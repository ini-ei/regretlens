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
  </p:notesMasterIdLst>
  <p:sldIdLst>
    <p:sldId id="257" r:id="rId2"/>
  </p:sldIdLst>
  <p:sldSz cx="30275213" cy="4280376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49"/>
    <p:restoredTop sz="94638"/>
  </p:normalViewPr>
  <p:slideViewPr>
    <p:cSldViewPr snapToGrid="0">
      <p:cViewPr varScale="1">
        <p:scale>
          <a:sx n="21" d="100"/>
          <a:sy n="21" d="100"/>
        </p:scale>
        <p:origin x="2744" y="22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8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61F3C15-7EEE-8046-FBB5-3EF5A6DE8754}"/>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EB9BF02F-8A8D-E2EF-6B93-CBF91FE233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a:extLst>
              <a:ext uri="{FF2B5EF4-FFF2-40B4-BE49-F238E27FC236}">
                <a16:creationId xmlns:a16="http://schemas.microsoft.com/office/drawing/2014/main" id="{C5ECE7DF-F23B-D21C-D81D-DA267917710E}"/>
              </a:ext>
            </a:extLst>
          </p:cNvPr>
          <p:cNvSpPr>
            <a:spLocks noGrp="1" noRot="1" noChangeAspect="1"/>
          </p:cNvSpPr>
          <p:nvPr>
            <p:ph type="sldImg" idx="2"/>
          </p:nvPr>
        </p:nvSpPr>
        <p:spPr>
          <a:xfrm>
            <a:off x="2217738" y="685800"/>
            <a:ext cx="24225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9897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081421" y="2278914"/>
            <a:ext cx="26112372" cy="82734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2081421" y="11394521"/>
            <a:ext cx="26112372" cy="27158595"/>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14" name="Google Shape;14;p2"/>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5" name="Google Shape;15;p2"/>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6" name="Google Shape;16;p2"/>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2270642" y="7005157"/>
            <a:ext cx="25733931" cy="1490205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4031"/>
              <a:buFont typeface="Calibri"/>
              <a:buNone/>
              <a:defRPr sz="1983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3784402" y="22481887"/>
            <a:ext cx="22706410" cy="10334331"/>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307"/>
              </a:spcBef>
              <a:spcAft>
                <a:spcPts val="0"/>
              </a:spcAft>
              <a:buClr>
                <a:schemeClr val="dk1"/>
              </a:buClr>
              <a:buSzPts val="5612"/>
              <a:buNone/>
              <a:defRPr sz="7934"/>
            </a:lvl1pPr>
            <a:lvl2pPr lvl="1" algn="ctr">
              <a:lnSpc>
                <a:spcPct val="90000"/>
              </a:lnSpc>
              <a:spcBef>
                <a:spcPts val="1653"/>
              </a:spcBef>
              <a:spcAft>
                <a:spcPts val="0"/>
              </a:spcAft>
              <a:buClr>
                <a:schemeClr val="dk1"/>
              </a:buClr>
              <a:buSzPts val="4677"/>
              <a:buNone/>
              <a:defRPr sz="6612"/>
            </a:lvl2pPr>
            <a:lvl3pPr lvl="2" algn="ctr">
              <a:lnSpc>
                <a:spcPct val="90000"/>
              </a:lnSpc>
              <a:spcBef>
                <a:spcPts val="1653"/>
              </a:spcBef>
              <a:spcAft>
                <a:spcPts val="0"/>
              </a:spcAft>
              <a:buClr>
                <a:schemeClr val="dk1"/>
              </a:buClr>
              <a:buSzPts val="4209"/>
              <a:buNone/>
              <a:defRPr sz="5951"/>
            </a:lvl3pPr>
            <a:lvl4pPr lvl="3" algn="ctr">
              <a:lnSpc>
                <a:spcPct val="90000"/>
              </a:lnSpc>
              <a:spcBef>
                <a:spcPts val="1653"/>
              </a:spcBef>
              <a:spcAft>
                <a:spcPts val="0"/>
              </a:spcAft>
              <a:buClr>
                <a:schemeClr val="dk1"/>
              </a:buClr>
              <a:buSzPts val="3742"/>
              <a:buNone/>
              <a:defRPr sz="5289"/>
            </a:lvl4pPr>
            <a:lvl5pPr lvl="4" algn="ctr">
              <a:lnSpc>
                <a:spcPct val="90000"/>
              </a:lnSpc>
              <a:spcBef>
                <a:spcPts val="1653"/>
              </a:spcBef>
              <a:spcAft>
                <a:spcPts val="0"/>
              </a:spcAft>
              <a:buClr>
                <a:schemeClr val="dk1"/>
              </a:buClr>
              <a:buSzPts val="3742"/>
              <a:buNone/>
              <a:defRPr sz="5289"/>
            </a:lvl5pPr>
            <a:lvl6pPr lvl="5" algn="ctr">
              <a:lnSpc>
                <a:spcPct val="90000"/>
              </a:lnSpc>
              <a:spcBef>
                <a:spcPts val="1653"/>
              </a:spcBef>
              <a:spcAft>
                <a:spcPts val="0"/>
              </a:spcAft>
              <a:buClr>
                <a:schemeClr val="dk1"/>
              </a:buClr>
              <a:buSzPts val="3742"/>
              <a:buNone/>
              <a:defRPr sz="5289"/>
            </a:lvl6pPr>
            <a:lvl7pPr lvl="6" algn="ctr">
              <a:lnSpc>
                <a:spcPct val="90000"/>
              </a:lnSpc>
              <a:spcBef>
                <a:spcPts val="1653"/>
              </a:spcBef>
              <a:spcAft>
                <a:spcPts val="0"/>
              </a:spcAft>
              <a:buClr>
                <a:schemeClr val="dk1"/>
              </a:buClr>
              <a:buSzPts val="3742"/>
              <a:buNone/>
              <a:defRPr sz="5289"/>
            </a:lvl7pPr>
            <a:lvl8pPr lvl="7" algn="ctr">
              <a:lnSpc>
                <a:spcPct val="90000"/>
              </a:lnSpc>
              <a:spcBef>
                <a:spcPts val="1653"/>
              </a:spcBef>
              <a:spcAft>
                <a:spcPts val="0"/>
              </a:spcAft>
              <a:buClr>
                <a:schemeClr val="dk1"/>
              </a:buClr>
              <a:buSzPts val="3742"/>
              <a:buNone/>
              <a:defRPr sz="5289"/>
            </a:lvl8pPr>
            <a:lvl9pPr lvl="8" algn="ctr">
              <a:lnSpc>
                <a:spcPct val="90000"/>
              </a:lnSpc>
              <a:spcBef>
                <a:spcPts val="1653"/>
              </a:spcBef>
              <a:spcAft>
                <a:spcPts val="0"/>
              </a:spcAft>
              <a:buClr>
                <a:schemeClr val="dk1"/>
              </a:buClr>
              <a:buSzPts val="3742"/>
              <a:buNone/>
              <a:defRPr sz="5289"/>
            </a:lvl9pPr>
          </a:lstStyle>
          <a:p>
            <a:endParaRPr/>
          </a:p>
        </p:txBody>
      </p:sp>
      <p:sp>
        <p:nvSpPr>
          <p:cNvPr id="20" name="Google Shape;20;p3"/>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1" name="Google Shape;21;p3"/>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2" name="Google Shape;22;p3"/>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2065655" y="10671229"/>
            <a:ext cx="26112372" cy="1780517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4031"/>
              <a:buFont typeface="Calibri"/>
              <a:buNone/>
              <a:defRPr sz="1983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2065655" y="28644846"/>
            <a:ext cx="26112372" cy="9363321"/>
          </a:xfrm>
          <a:prstGeom prst="rect">
            <a:avLst/>
          </a:prstGeom>
          <a:noFill/>
          <a:ln>
            <a:noFill/>
          </a:ln>
        </p:spPr>
        <p:txBody>
          <a:bodyPr spcFirstLastPara="1" wrap="square" lIns="91425" tIns="45700" rIns="91425" bIns="45700" anchor="t" anchorCtr="0">
            <a:normAutofit/>
          </a:bodyPr>
          <a:lstStyle>
            <a:lvl1pPr marL="646389" lvl="0" indent="-323195" algn="l">
              <a:lnSpc>
                <a:spcPct val="90000"/>
              </a:lnSpc>
              <a:spcBef>
                <a:spcPts val="3307"/>
              </a:spcBef>
              <a:spcAft>
                <a:spcPts val="0"/>
              </a:spcAft>
              <a:buClr>
                <a:schemeClr val="dk1"/>
              </a:buClr>
              <a:buSzPts val="5612"/>
              <a:buNone/>
              <a:defRPr sz="7934">
                <a:solidFill>
                  <a:schemeClr val="dk1"/>
                </a:solidFill>
              </a:defRPr>
            </a:lvl1pPr>
            <a:lvl2pPr marL="1292779" lvl="1" indent="-323195" algn="l">
              <a:lnSpc>
                <a:spcPct val="90000"/>
              </a:lnSpc>
              <a:spcBef>
                <a:spcPts val="1653"/>
              </a:spcBef>
              <a:spcAft>
                <a:spcPts val="0"/>
              </a:spcAft>
              <a:buClr>
                <a:srgbClr val="888888"/>
              </a:buClr>
              <a:buSzPts val="4677"/>
              <a:buNone/>
              <a:defRPr sz="6612">
                <a:solidFill>
                  <a:srgbClr val="888888"/>
                </a:solidFill>
              </a:defRPr>
            </a:lvl2pPr>
            <a:lvl3pPr marL="1939168" lvl="2" indent="-323195" algn="l">
              <a:lnSpc>
                <a:spcPct val="90000"/>
              </a:lnSpc>
              <a:spcBef>
                <a:spcPts val="1653"/>
              </a:spcBef>
              <a:spcAft>
                <a:spcPts val="0"/>
              </a:spcAft>
              <a:buClr>
                <a:srgbClr val="888888"/>
              </a:buClr>
              <a:buSzPts val="4209"/>
              <a:buNone/>
              <a:defRPr sz="5951">
                <a:solidFill>
                  <a:srgbClr val="888888"/>
                </a:solidFill>
              </a:defRPr>
            </a:lvl3pPr>
            <a:lvl4pPr marL="2585557" lvl="3" indent="-323195" algn="l">
              <a:lnSpc>
                <a:spcPct val="90000"/>
              </a:lnSpc>
              <a:spcBef>
                <a:spcPts val="1653"/>
              </a:spcBef>
              <a:spcAft>
                <a:spcPts val="0"/>
              </a:spcAft>
              <a:buClr>
                <a:srgbClr val="888888"/>
              </a:buClr>
              <a:buSzPts val="3742"/>
              <a:buNone/>
              <a:defRPr sz="5289">
                <a:solidFill>
                  <a:srgbClr val="888888"/>
                </a:solidFill>
              </a:defRPr>
            </a:lvl4pPr>
            <a:lvl5pPr marL="3231947" lvl="4" indent="-323195" algn="l">
              <a:lnSpc>
                <a:spcPct val="90000"/>
              </a:lnSpc>
              <a:spcBef>
                <a:spcPts val="1653"/>
              </a:spcBef>
              <a:spcAft>
                <a:spcPts val="0"/>
              </a:spcAft>
              <a:buClr>
                <a:srgbClr val="888888"/>
              </a:buClr>
              <a:buSzPts val="3742"/>
              <a:buNone/>
              <a:defRPr sz="5289">
                <a:solidFill>
                  <a:srgbClr val="888888"/>
                </a:solidFill>
              </a:defRPr>
            </a:lvl5pPr>
            <a:lvl6pPr marL="3878336" lvl="5" indent="-323195" algn="l">
              <a:lnSpc>
                <a:spcPct val="90000"/>
              </a:lnSpc>
              <a:spcBef>
                <a:spcPts val="1653"/>
              </a:spcBef>
              <a:spcAft>
                <a:spcPts val="0"/>
              </a:spcAft>
              <a:buClr>
                <a:srgbClr val="888888"/>
              </a:buClr>
              <a:buSzPts val="3742"/>
              <a:buNone/>
              <a:defRPr sz="5289">
                <a:solidFill>
                  <a:srgbClr val="888888"/>
                </a:solidFill>
              </a:defRPr>
            </a:lvl6pPr>
            <a:lvl7pPr marL="4524726" lvl="6" indent="-323195" algn="l">
              <a:lnSpc>
                <a:spcPct val="90000"/>
              </a:lnSpc>
              <a:spcBef>
                <a:spcPts val="1653"/>
              </a:spcBef>
              <a:spcAft>
                <a:spcPts val="0"/>
              </a:spcAft>
              <a:buClr>
                <a:srgbClr val="888888"/>
              </a:buClr>
              <a:buSzPts val="3742"/>
              <a:buNone/>
              <a:defRPr sz="5289">
                <a:solidFill>
                  <a:srgbClr val="888888"/>
                </a:solidFill>
              </a:defRPr>
            </a:lvl7pPr>
            <a:lvl8pPr marL="5171115" lvl="7" indent="-323195" algn="l">
              <a:lnSpc>
                <a:spcPct val="90000"/>
              </a:lnSpc>
              <a:spcBef>
                <a:spcPts val="1653"/>
              </a:spcBef>
              <a:spcAft>
                <a:spcPts val="0"/>
              </a:spcAft>
              <a:buClr>
                <a:srgbClr val="888888"/>
              </a:buClr>
              <a:buSzPts val="3742"/>
              <a:buNone/>
              <a:defRPr sz="5289">
                <a:solidFill>
                  <a:srgbClr val="888888"/>
                </a:solidFill>
              </a:defRPr>
            </a:lvl8pPr>
            <a:lvl9pPr marL="5817504" lvl="8" indent="-323195" algn="l">
              <a:lnSpc>
                <a:spcPct val="90000"/>
              </a:lnSpc>
              <a:spcBef>
                <a:spcPts val="1653"/>
              </a:spcBef>
              <a:spcAft>
                <a:spcPts val="0"/>
              </a:spcAft>
              <a:buClr>
                <a:srgbClr val="888888"/>
              </a:buClr>
              <a:buSzPts val="3742"/>
              <a:buNone/>
              <a:defRPr sz="5289">
                <a:solidFill>
                  <a:srgbClr val="888888"/>
                </a:solidFill>
              </a:defRPr>
            </a:lvl9pPr>
          </a:lstStyle>
          <a:p>
            <a:endParaRPr/>
          </a:p>
        </p:txBody>
      </p:sp>
      <p:sp>
        <p:nvSpPr>
          <p:cNvPr id="26" name="Google Shape;26;p4"/>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7" name="Google Shape;27;p4"/>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8" name="Google Shape;28;p4"/>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2081421" y="2278914"/>
            <a:ext cx="26112372" cy="82734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2081421" y="11394521"/>
            <a:ext cx="12866966" cy="27158595"/>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15326827" y="11394521"/>
            <a:ext cx="12866966" cy="27158595"/>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4" name="Google Shape;34;p5"/>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5" name="Google Shape;35;p5"/>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2085364" y="2278914"/>
            <a:ext cx="26112372" cy="82734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2085368" y="10492870"/>
            <a:ext cx="12807832" cy="5142393"/>
          </a:xfrm>
          <a:prstGeom prst="rect">
            <a:avLst/>
          </a:prstGeom>
          <a:noFill/>
          <a:ln>
            <a:noFill/>
          </a:ln>
        </p:spPr>
        <p:txBody>
          <a:bodyPr spcFirstLastPara="1" wrap="square" lIns="91425" tIns="45700" rIns="91425" bIns="45700" anchor="b" anchorCtr="0">
            <a:normAutofit/>
          </a:bodyPr>
          <a:lstStyle>
            <a:lvl1pPr marL="646389" lvl="0" indent="-323195" algn="l">
              <a:lnSpc>
                <a:spcPct val="90000"/>
              </a:lnSpc>
              <a:spcBef>
                <a:spcPts val="3307"/>
              </a:spcBef>
              <a:spcAft>
                <a:spcPts val="0"/>
              </a:spcAft>
              <a:buClr>
                <a:schemeClr val="dk1"/>
              </a:buClr>
              <a:buSzPts val="5612"/>
              <a:buNone/>
              <a:defRPr sz="7934" b="1"/>
            </a:lvl1pPr>
            <a:lvl2pPr marL="1292779" lvl="1" indent="-323195" algn="l">
              <a:lnSpc>
                <a:spcPct val="90000"/>
              </a:lnSpc>
              <a:spcBef>
                <a:spcPts val="1653"/>
              </a:spcBef>
              <a:spcAft>
                <a:spcPts val="0"/>
              </a:spcAft>
              <a:buClr>
                <a:schemeClr val="dk1"/>
              </a:buClr>
              <a:buSzPts val="4677"/>
              <a:buNone/>
              <a:defRPr sz="6612" b="1"/>
            </a:lvl2pPr>
            <a:lvl3pPr marL="1939168" lvl="2" indent="-323195" algn="l">
              <a:lnSpc>
                <a:spcPct val="90000"/>
              </a:lnSpc>
              <a:spcBef>
                <a:spcPts val="1653"/>
              </a:spcBef>
              <a:spcAft>
                <a:spcPts val="0"/>
              </a:spcAft>
              <a:buClr>
                <a:schemeClr val="dk1"/>
              </a:buClr>
              <a:buSzPts val="4209"/>
              <a:buNone/>
              <a:defRPr sz="5951" b="1"/>
            </a:lvl3pPr>
            <a:lvl4pPr marL="2585557" lvl="3" indent="-323195" algn="l">
              <a:lnSpc>
                <a:spcPct val="90000"/>
              </a:lnSpc>
              <a:spcBef>
                <a:spcPts val="1653"/>
              </a:spcBef>
              <a:spcAft>
                <a:spcPts val="0"/>
              </a:spcAft>
              <a:buClr>
                <a:schemeClr val="dk1"/>
              </a:buClr>
              <a:buSzPts val="3742"/>
              <a:buNone/>
              <a:defRPr sz="5289" b="1"/>
            </a:lvl4pPr>
            <a:lvl5pPr marL="3231947" lvl="4" indent="-323195" algn="l">
              <a:lnSpc>
                <a:spcPct val="90000"/>
              </a:lnSpc>
              <a:spcBef>
                <a:spcPts val="1653"/>
              </a:spcBef>
              <a:spcAft>
                <a:spcPts val="0"/>
              </a:spcAft>
              <a:buClr>
                <a:schemeClr val="dk1"/>
              </a:buClr>
              <a:buSzPts val="3742"/>
              <a:buNone/>
              <a:defRPr sz="5289" b="1"/>
            </a:lvl5pPr>
            <a:lvl6pPr marL="3878336" lvl="5" indent="-323195" algn="l">
              <a:lnSpc>
                <a:spcPct val="90000"/>
              </a:lnSpc>
              <a:spcBef>
                <a:spcPts val="1653"/>
              </a:spcBef>
              <a:spcAft>
                <a:spcPts val="0"/>
              </a:spcAft>
              <a:buClr>
                <a:schemeClr val="dk1"/>
              </a:buClr>
              <a:buSzPts val="3742"/>
              <a:buNone/>
              <a:defRPr sz="5289" b="1"/>
            </a:lvl6pPr>
            <a:lvl7pPr marL="4524726" lvl="6" indent="-323195" algn="l">
              <a:lnSpc>
                <a:spcPct val="90000"/>
              </a:lnSpc>
              <a:spcBef>
                <a:spcPts val="1653"/>
              </a:spcBef>
              <a:spcAft>
                <a:spcPts val="0"/>
              </a:spcAft>
              <a:buClr>
                <a:schemeClr val="dk1"/>
              </a:buClr>
              <a:buSzPts val="3742"/>
              <a:buNone/>
              <a:defRPr sz="5289" b="1"/>
            </a:lvl7pPr>
            <a:lvl8pPr marL="5171115" lvl="7" indent="-323195" algn="l">
              <a:lnSpc>
                <a:spcPct val="90000"/>
              </a:lnSpc>
              <a:spcBef>
                <a:spcPts val="1653"/>
              </a:spcBef>
              <a:spcAft>
                <a:spcPts val="0"/>
              </a:spcAft>
              <a:buClr>
                <a:schemeClr val="dk1"/>
              </a:buClr>
              <a:buSzPts val="3742"/>
              <a:buNone/>
              <a:defRPr sz="5289" b="1"/>
            </a:lvl8pPr>
            <a:lvl9pPr marL="5817504" lvl="8" indent="-323195" algn="l">
              <a:lnSpc>
                <a:spcPct val="90000"/>
              </a:lnSpc>
              <a:spcBef>
                <a:spcPts val="1653"/>
              </a:spcBef>
              <a:spcAft>
                <a:spcPts val="0"/>
              </a:spcAft>
              <a:buClr>
                <a:schemeClr val="dk1"/>
              </a:buClr>
              <a:buSzPts val="3742"/>
              <a:buNone/>
              <a:defRPr sz="5289" b="1"/>
            </a:lvl9pPr>
          </a:lstStyle>
          <a:p>
            <a:endParaRPr/>
          </a:p>
        </p:txBody>
      </p:sp>
      <p:sp>
        <p:nvSpPr>
          <p:cNvPr id="39" name="Google Shape;39;p6"/>
          <p:cNvSpPr txBox="1">
            <a:spLocks noGrp="1"/>
          </p:cNvSpPr>
          <p:nvPr>
            <p:ph type="body" idx="2"/>
          </p:nvPr>
        </p:nvSpPr>
        <p:spPr>
          <a:xfrm>
            <a:off x="2085368" y="15635265"/>
            <a:ext cx="12807832" cy="22997117"/>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15326828" y="10492870"/>
            <a:ext cx="12870909" cy="5142393"/>
          </a:xfrm>
          <a:prstGeom prst="rect">
            <a:avLst/>
          </a:prstGeom>
          <a:noFill/>
          <a:ln>
            <a:noFill/>
          </a:ln>
        </p:spPr>
        <p:txBody>
          <a:bodyPr spcFirstLastPara="1" wrap="square" lIns="91425" tIns="45700" rIns="91425" bIns="45700" anchor="b" anchorCtr="0">
            <a:normAutofit/>
          </a:bodyPr>
          <a:lstStyle>
            <a:lvl1pPr marL="646389" lvl="0" indent="-323195" algn="l">
              <a:lnSpc>
                <a:spcPct val="90000"/>
              </a:lnSpc>
              <a:spcBef>
                <a:spcPts val="3307"/>
              </a:spcBef>
              <a:spcAft>
                <a:spcPts val="0"/>
              </a:spcAft>
              <a:buClr>
                <a:schemeClr val="dk1"/>
              </a:buClr>
              <a:buSzPts val="5612"/>
              <a:buNone/>
              <a:defRPr sz="7934" b="1"/>
            </a:lvl1pPr>
            <a:lvl2pPr marL="1292779" lvl="1" indent="-323195" algn="l">
              <a:lnSpc>
                <a:spcPct val="90000"/>
              </a:lnSpc>
              <a:spcBef>
                <a:spcPts val="1653"/>
              </a:spcBef>
              <a:spcAft>
                <a:spcPts val="0"/>
              </a:spcAft>
              <a:buClr>
                <a:schemeClr val="dk1"/>
              </a:buClr>
              <a:buSzPts val="4677"/>
              <a:buNone/>
              <a:defRPr sz="6612" b="1"/>
            </a:lvl2pPr>
            <a:lvl3pPr marL="1939168" lvl="2" indent="-323195" algn="l">
              <a:lnSpc>
                <a:spcPct val="90000"/>
              </a:lnSpc>
              <a:spcBef>
                <a:spcPts val="1653"/>
              </a:spcBef>
              <a:spcAft>
                <a:spcPts val="0"/>
              </a:spcAft>
              <a:buClr>
                <a:schemeClr val="dk1"/>
              </a:buClr>
              <a:buSzPts val="4209"/>
              <a:buNone/>
              <a:defRPr sz="5951" b="1"/>
            </a:lvl3pPr>
            <a:lvl4pPr marL="2585557" lvl="3" indent="-323195" algn="l">
              <a:lnSpc>
                <a:spcPct val="90000"/>
              </a:lnSpc>
              <a:spcBef>
                <a:spcPts val="1653"/>
              </a:spcBef>
              <a:spcAft>
                <a:spcPts val="0"/>
              </a:spcAft>
              <a:buClr>
                <a:schemeClr val="dk1"/>
              </a:buClr>
              <a:buSzPts val="3742"/>
              <a:buNone/>
              <a:defRPr sz="5289" b="1"/>
            </a:lvl4pPr>
            <a:lvl5pPr marL="3231947" lvl="4" indent="-323195" algn="l">
              <a:lnSpc>
                <a:spcPct val="90000"/>
              </a:lnSpc>
              <a:spcBef>
                <a:spcPts val="1653"/>
              </a:spcBef>
              <a:spcAft>
                <a:spcPts val="0"/>
              </a:spcAft>
              <a:buClr>
                <a:schemeClr val="dk1"/>
              </a:buClr>
              <a:buSzPts val="3742"/>
              <a:buNone/>
              <a:defRPr sz="5289" b="1"/>
            </a:lvl5pPr>
            <a:lvl6pPr marL="3878336" lvl="5" indent="-323195" algn="l">
              <a:lnSpc>
                <a:spcPct val="90000"/>
              </a:lnSpc>
              <a:spcBef>
                <a:spcPts val="1653"/>
              </a:spcBef>
              <a:spcAft>
                <a:spcPts val="0"/>
              </a:spcAft>
              <a:buClr>
                <a:schemeClr val="dk1"/>
              </a:buClr>
              <a:buSzPts val="3742"/>
              <a:buNone/>
              <a:defRPr sz="5289" b="1"/>
            </a:lvl6pPr>
            <a:lvl7pPr marL="4524726" lvl="6" indent="-323195" algn="l">
              <a:lnSpc>
                <a:spcPct val="90000"/>
              </a:lnSpc>
              <a:spcBef>
                <a:spcPts val="1653"/>
              </a:spcBef>
              <a:spcAft>
                <a:spcPts val="0"/>
              </a:spcAft>
              <a:buClr>
                <a:schemeClr val="dk1"/>
              </a:buClr>
              <a:buSzPts val="3742"/>
              <a:buNone/>
              <a:defRPr sz="5289" b="1"/>
            </a:lvl7pPr>
            <a:lvl8pPr marL="5171115" lvl="7" indent="-323195" algn="l">
              <a:lnSpc>
                <a:spcPct val="90000"/>
              </a:lnSpc>
              <a:spcBef>
                <a:spcPts val="1653"/>
              </a:spcBef>
              <a:spcAft>
                <a:spcPts val="0"/>
              </a:spcAft>
              <a:buClr>
                <a:schemeClr val="dk1"/>
              </a:buClr>
              <a:buSzPts val="3742"/>
              <a:buNone/>
              <a:defRPr sz="5289" b="1"/>
            </a:lvl8pPr>
            <a:lvl9pPr marL="5817504" lvl="8" indent="-323195" algn="l">
              <a:lnSpc>
                <a:spcPct val="90000"/>
              </a:lnSpc>
              <a:spcBef>
                <a:spcPts val="1653"/>
              </a:spcBef>
              <a:spcAft>
                <a:spcPts val="0"/>
              </a:spcAft>
              <a:buClr>
                <a:schemeClr val="dk1"/>
              </a:buClr>
              <a:buSzPts val="3742"/>
              <a:buNone/>
              <a:defRPr sz="5289" b="1"/>
            </a:lvl9pPr>
          </a:lstStyle>
          <a:p>
            <a:endParaRPr/>
          </a:p>
        </p:txBody>
      </p:sp>
      <p:sp>
        <p:nvSpPr>
          <p:cNvPr id="41" name="Google Shape;41;p6"/>
          <p:cNvSpPr txBox="1">
            <a:spLocks noGrp="1"/>
          </p:cNvSpPr>
          <p:nvPr>
            <p:ph type="body" idx="4"/>
          </p:nvPr>
        </p:nvSpPr>
        <p:spPr>
          <a:xfrm>
            <a:off x="15326828" y="15635265"/>
            <a:ext cx="12870909" cy="22997117"/>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3" name="Google Shape;43;p6"/>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4" name="Google Shape;44;p6"/>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2081421" y="2278914"/>
            <a:ext cx="26112372" cy="82734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8" name="Google Shape;48;p7"/>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9" name="Google Shape;49;p7"/>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2" name="Google Shape;52;p8"/>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3" name="Google Shape;53;p8"/>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2085363" y="2853585"/>
            <a:ext cx="9764545" cy="998754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7483"/>
              <a:buFont typeface="Calibri"/>
              <a:buNone/>
              <a:defRPr sz="1057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12870909" y="6162959"/>
            <a:ext cx="15326826" cy="30418415"/>
          </a:xfrm>
          <a:prstGeom prst="rect">
            <a:avLst/>
          </a:prstGeom>
          <a:noFill/>
          <a:ln>
            <a:noFill/>
          </a:ln>
        </p:spPr>
        <p:txBody>
          <a:bodyPr spcFirstLastPara="1" wrap="square" lIns="91425" tIns="45700" rIns="91425" bIns="45700" anchor="t" anchorCtr="0">
            <a:normAutofit/>
          </a:bodyPr>
          <a:lstStyle>
            <a:lvl1pPr marL="646389" lvl="0" indent="-994990" algn="l">
              <a:lnSpc>
                <a:spcPct val="90000"/>
              </a:lnSpc>
              <a:spcBef>
                <a:spcPts val="3307"/>
              </a:spcBef>
              <a:spcAft>
                <a:spcPts val="0"/>
              </a:spcAft>
              <a:buClr>
                <a:schemeClr val="dk1"/>
              </a:buClr>
              <a:buSzPts val="7483"/>
              <a:buChar char="•"/>
              <a:defRPr sz="10579"/>
            </a:lvl1pPr>
            <a:lvl2pPr marL="1292779" lvl="1" indent="-911050" algn="l">
              <a:lnSpc>
                <a:spcPct val="90000"/>
              </a:lnSpc>
              <a:spcBef>
                <a:spcPts val="1653"/>
              </a:spcBef>
              <a:spcAft>
                <a:spcPts val="0"/>
              </a:spcAft>
              <a:buClr>
                <a:schemeClr val="dk1"/>
              </a:buClr>
              <a:buSzPts val="6548"/>
              <a:buChar char="•"/>
              <a:defRPr sz="9258"/>
            </a:lvl2pPr>
            <a:lvl3pPr marL="1939168" lvl="2" indent="-827019" algn="l">
              <a:lnSpc>
                <a:spcPct val="90000"/>
              </a:lnSpc>
              <a:spcBef>
                <a:spcPts val="1653"/>
              </a:spcBef>
              <a:spcAft>
                <a:spcPts val="0"/>
              </a:spcAft>
              <a:buClr>
                <a:schemeClr val="dk1"/>
              </a:buClr>
              <a:buSzPts val="5612"/>
              <a:buChar char="•"/>
              <a:defRPr sz="7934"/>
            </a:lvl3pPr>
            <a:lvl4pPr marL="2585557" lvl="3" indent="-743078" algn="l">
              <a:lnSpc>
                <a:spcPct val="90000"/>
              </a:lnSpc>
              <a:spcBef>
                <a:spcPts val="1653"/>
              </a:spcBef>
              <a:spcAft>
                <a:spcPts val="0"/>
              </a:spcAft>
              <a:buClr>
                <a:schemeClr val="dk1"/>
              </a:buClr>
              <a:buSzPts val="4677"/>
              <a:buChar char="•"/>
              <a:defRPr sz="6612"/>
            </a:lvl4pPr>
            <a:lvl5pPr marL="3231947" lvl="4" indent="-743078" algn="l">
              <a:lnSpc>
                <a:spcPct val="90000"/>
              </a:lnSpc>
              <a:spcBef>
                <a:spcPts val="1653"/>
              </a:spcBef>
              <a:spcAft>
                <a:spcPts val="0"/>
              </a:spcAft>
              <a:buClr>
                <a:schemeClr val="dk1"/>
              </a:buClr>
              <a:buSzPts val="4677"/>
              <a:buChar char="•"/>
              <a:defRPr sz="6612"/>
            </a:lvl5pPr>
            <a:lvl6pPr marL="3878336" lvl="5" indent="-743078" algn="l">
              <a:lnSpc>
                <a:spcPct val="90000"/>
              </a:lnSpc>
              <a:spcBef>
                <a:spcPts val="1653"/>
              </a:spcBef>
              <a:spcAft>
                <a:spcPts val="0"/>
              </a:spcAft>
              <a:buClr>
                <a:schemeClr val="dk1"/>
              </a:buClr>
              <a:buSzPts val="4677"/>
              <a:buChar char="•"/>
              <a:defRPr sz="6612"/>
            </a:lvl6pPr>
            <a:lvl7pPr marL="4524726" lvl="6" indent="-743078" algn="l">
              <a:lnSpc>
                <a:spcPct val="90000"/>
              </a:lnSpc>
              <a:spcBef>
                <a:spcPts val="1653"/>
              </a:spcBef>
              <a:spcAft>
                <a:spcPts val="0"/>
              </a:spcAft>
              <a:buClr>
                <a:schemeClr val="dk1"/>
              </a:buClr>
              <a:buSzPts val="4677"/>
              <a:buChar char="•"/>
              <a:defRPr sz="6612"/>
            </a:lvl7pPr>
            <a:lvl8pPr marL="5171115" lvl="7" indent="-743078" algn="l">
              <a:lnSpc>
                <a:spcPct val="90000"/>
              </a:lnSpc>
              <a:spcBef>
                <a:spcPts val="1653"/>
              </a:spcBef>
              <a:spcAft>
                <a:spcPts val="0"/>
              </a:spcAft>
              <a:buClr>
                <a:schemeClr val="dk1"/>
              </a:buClr>
              <a:buSzPts val="4677"/>
              <a:buChar char="•"/>
              <a:defRPr sz="6612"/>
            </a:lvl8pPr>
            <a:lvl9pPr marL="5817504" lvl="8" indent="-743078" algn="l">
              <a:lnSpc>
                <a:spcPct val="90000"/>
              </a:lnSpc>
              <a:spcBef>
                <a:spcPts val="1653"/>
              </a:spcBef>
              <a:spcAft>
                <a:spcPts val="0"/>
              </a:spcAft>
              <a:buClr>
                <a:schemeClr val="dk1"/>
              </a:buClr>
              <a:buSzPts val="4677"/>
              <a:buChar char="•"/>
              <a:defRPr sz="6612"/>
            </a:lvl9pPr>
          </a:lstStyle>
          <a:p>
            <a:endParaRPr/>
          </a:p>
        </p:txBody>
      </p:sp>
      <p:sp>
        <p:nvSpPr>
          <p:cNvPr id="57" name="Google Shape;57;p9"/>
          <p:cNvSpPr txBox="1">
            <a:spLocks noGrp="1"/>
          </p:cNvSpPr>
          <p:nvPr>
            <p:ph type="body" idx="2"/>
          </p:nvPr>
        </p:nvSpPr>
        <p:spPr>
          <a:xfrm>
            <a:off x="2085363" y="12841130"/>
            <a:ext cx="9764545" cy="23789780"/>
          </a:xfrm>
          <a:prstGeom prst="rect">
            <a:avLst/>
          </a:prstGeom>
          <a:noFill/>
          <a:ln>
            <a:noFill/>
          </a:ln>
        </p:spPr>
        <p:txBody>
          <a:bodyPr spcFirstLastPara="1" wrap="square" lIns="91425" tIns="45700" rIns="91425" bIns="45700" anchor="t" anchorCtr="0">
            <a:normAutofit/>
          </a:bodyPr>
          <a:lstStyle>
            <a:lvl1pPr marL="646389" lvl="0" indent="-323195" algn="l">
              <a:lnSpc>
                <a:spcPct val="90000"/>
              </a:lnSpc>
              <a:spcBef>
                <a:spcPts val="3307"/>
              </a:spcBef>
              <a:spcAft>
                <a:spcPts val="0"/>
              </a:spcAft>
              <a:buClr>
                <a:schemeClr val="dk1"/>
              </a:buClr>
              <a:buSzPts val="3742"/>
              <a:buNone/>
              <a:defRPr sz="5289"/>
            </a:lvl1pPr>
            <a:lvl2pPr marL="1292779" lvl="1" indent="-323195" algn="l">
              <a:lnSpc>
                <a:spcPct val="90000"/>
              </a:lnSpc>
              <a:spcBef>
                <a:spcPts val="1653"/>
              </a:spcBef>
              <a:spcAft>
                <a:spcPts val="0"/>
              </a:spcAft>
              <a:buClr>
                <a:schemeClr val="dk1"/>
              </a:buClr>
              <a:buSzPts val="3274"/>
              <a:buNone/>
              <a:defRPr sz="4629"/>
            </a:lvl2pPr>
            <a:lvl3pPr marL="1939168" lvl="2" indent="-323195" algn="l">
              <a:lnSpc>
                <a:spcPct val="90000"/>
              </a:lnSpc>
              <a:spcBef>
                <a:spcPts val="1653"/>
              </a:spcBef>
              <a:spcAft>
                <a:spcPts val="0"/>
              </a:spcAft>
              <a:buClr>
                <a:schemeClr val="dk1"/>
              </a:buClr>
              <a:buSzPts val="2806"/>
              <a:buNone/>
              <a:defRPr sz="3967"/>
            </a:lvl3pPr>
            <a:lvl4pPr marL="2585557" lvl="3" indent="-323195" algn="l">
              <a:lnSpc>
                <a:spcPct val="90000"/>
              </a:lnSpc>
              <a:spcBef>
                <a:spcPts val="1653"/>
              </a:spcBef>
              <a:spcAft>
                <a:spcPts val="0"/>
              </a:spcAft>
              <a:buClr>
                <a:schemeClr val="dk1"/>
              </a:buClr>
              <a:buSzPts val="2339"/>
              <a:buNone/>
              <a:defRPr sz="3307"/>
            </a:lvl4pPr>
            <a:lvl5pPr marL="3231947" lvl="4" indent="-323195" algn="l">
              <a:lnSpc>
                <a:spcPct val="90000"/>
              </a:lnSpc>
              <a:spcBef>
                <a:spcPts val="1653"/>
              </a:spcBef>
              <a:spcAft>
                <a:spcPts val="0"/>
              </a:spcAft>
              <a:buClr>
                <a:schemeClr val="dk1"/>
              </a:buClr>
              <a:buSzPts val="2339"/>
              <a:buNone/>
              <a:defRPr sz="3307"/>
            </a:lvl5pPr>
            <a:lvl6pPr marL="3878336" lvl="5" indent="-323195" algn="l">
              <a:lnSpc>
                <a:spcPct val="90000"/>
              </a:lnSpc>
              <a:spcBef>
                <a:spcPts val="1653"/>
              </a:spcBef>
              <a:spcAft>
                <a:spcPts val="0"/>
              </a:spcAft>
              <a:buClr>
                <a:schemeClr val="dk1"/>
              </a:buClr>
              <a:buSzPts val="2339"/>
              <a:buNone/>
              <a:defRPr sz="3307"/>
            </a:lvl6pPr>
            <a:lvl7pPr marL="4524726" lvl="6" indent="-323195" algn="l">
              <a:lnSpc>
                <a:spcPct val="90000"/>
              </a:lnSpc>
              <a:spcBef>
                <a:spcPts val="1653"/>
              </a:spcBef>
              <a:spcAft>
                <a:spcPts val="0"/>
              </a:spcAft>
              <a:buClr>
                <a:schemeClr val="dk1"/>
              </a:buClr>
              <a:buSzPts val="2339"/>
              <a:buNone/>
              <a:defRPr sz="3307"/>
            </a:lvl7pPr>
            <a:lvl8pPr marL="5171115" lvl="7" indent="-323195" algn="l">
              <a:lnSpc>
                <a:spcPct val="90000"/>
              </a:lnSpc>
              <a:spcBef>
                <a:spcPts val="1653"/>
              </a:spcBef>
              <a:spcAft>
                <a:spcPts val="0"/>
              </a:spcAft>
              <a:buClr>
                <a:schemeClr val="dk1"/>
              </a:buClr>
              <a:buSzPts val="2339"/>
              <a:buNone/>
              <a:defRPr sz="3307"/>
            </a:lvl8pPr>
            <a:lvl9pPr marL="5817504" lvl="8" indent="-323195" algn="l">
              <a:lnSpc>
                <a:spcPct val="90000"/>
              </a:lnSpc>
              <a:spcBef>
                <a:spcPts val="1653"/>
              </a:spcBef>
              <a:spcAft>
                <a:spcPts val="0"/>
              </a:spcAft>
              <a:buClr>
                <a:schemeClr val="dk1"/>
              </a:buClr>
              <a:buSzPts val="2339"/>
              <a:buNone/>
              <a:defRPr sz="3307"/>
            </a:lvl9pPr>
          </a:lstStyle>
          <a:p>
            <a:endParaRPr/>
          </a:p>
        </p:txBody>
      </p:sp>
      <p:sp>
        <p:nvSpPr>
          <p:cNvPr id="58" name="Google Shape;58;p9"/>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9" name="Google Shape;59;p9"/>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0" name="Google Shape;60;p9"/>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2085363" y="2853585"/>
            <a:ext cx="9764545" cy="998754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7483"/>
              <a:buFont typeface="Calibri"/>
              <a:buNone/>
              <a:defRPr sz="1057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2870909" y="6162959"/>
            <a:ext cx="15326826" cy="30418415"/>
          </a:xfrm>
          <a:prstGeom prst="rect">
            <a:avLst/>
          </a:prstGeom>
          <a:noFill/>
          <a:ln>
            <a:noFill/>
          </a:ln>
        </p:spPr>
      </p:sp>
      <p:sp>
        <p:nvSpPr>
          <p:cNvPr id="64" name="Google Shape;64;p10"/>
          <p:cNvSpPr txBox="1">
            <a:spLocks noGrp="1"/>
          </p:cNvSpPr>
          <p:nvPr>
            <p:ph type="body" idx="1"/>
          </p:nvPr>
        </p:nvSpPr>
        <p:spPr>
          <a:xfrm>
            <a:off x="2085363" y="12841130"/>
            <a:ext cx="9764545" cy="23789780"/>
          </a:xfrm>
          <a:prstGeom prst="rect">
            <a:avLst/>
          </a:prstGeom>
          <a:noFill/>
          <a:ln>
            <a:noFill/>
          </a:ln>
        </p:spPr>
        <p:txBody>
          <a:bodyPr spcFirstLastPara="1" wrap="square" lIns="91425" tIns="45700" rIns="91425" bIns="45700" anchor="t" anchorCtr="0">
            <a:normAutofit/>
          </a:bodyPr>
          <a:lstStyle>
            <a:lvl1pPr marL="646389" lvl="0" indent="-323195" algn="l">
              <a:lnSpc>
                <a:spcPct val="90000"/>
              </a:lnSpc>
              <a:spcBef>
                <a:spcPts val="3307"/>
              </a:spcBef>
              <a:spcAft>
                <a:spcPts val="0"/>
              </a:spcAft>
              <a:buClr>
                <a:schemeClr val="dk1"/>
              </a:buClr>
              <a:buSzPts val="3742"/>
              <a:buNone/>
              <a:defRPr sz="5289"/>
            </a:lvl1pPr>
            <a:lvl2pPr marL="1292779" lvl="1" indent="-323195" algn="l">
              <a:lnSpc>
                <a:spcPct val="90000"/>
              </a:lnSpc>
              <a:spcBef>
                <a:spcPts val="1653"/>
              </a:spcBef>
              <a:spcAft>
                <a:spcPts val="0"/>
              </a:spcAft>
              <a:buClr>
                <a:schemeClr val="dk1"/>
              </a:buClr>
              <a:buSzPts val="3274"/>
              <a:buNone/>
              <a:defRPr sz="4629"/>
            </a:lvl2pPr>
            <a:lvl3pPr marL="1939168" lvl="2" indent="-323195" algn="l">
              <a:lnSpc>
                <a:spcPct val="90000"/>
              </a:lnSpc>
              <a:spcBef>
                <a:spcPts val="1653"/>
              </a:spcBef>
              <a:spcAft>
                <a:spcPts val="0"/>
              </a:spcAft>
              <a:buClr>
                <a:schemeClr val="dk1"/>
              </a:buClr>
              <a:buSzPts val="2806"/>
              <a:buNone/>
              <a:defRPr sz="3967"/>
            </a:lvl3pPr>
            <a:lvl4pPr marL="2585557" lvl="3" indent="-323195" algn="l">
              <a:lnSpc>
                <a:spcPct val="90000"/>
              </a:lnSpc>
              <a:spcBef>
                <a:spcPts val="1653"/>
              </a:spcBef>
              <a:spcAft>
                <a:spcPts val="0"/>
              </a:spcAft>
              <a:buClr>
                <a:schemeClr val="dk1"/>
              </a:buClr>
              <a:buSzPts val="2339"/>
              <a:buNone/>
              <a:defRPr sz="3307"/>
            </a:lvl4pPr>
            <a:lvl5pPr marL="3231947" lvl="4" indent="-323195" algn="l">
              <a:lnSpc>
                <a:spcPct val="90000"/>
              </a:lnSpc>
              <a:spcBef>
                <a:spcPts val="1653"/>
              </a:spcBef>
              <a:spcAft>
                <a:spcPts val="0"/>
              </a:spcAft>
              <a:buClr>
                <a:schemeClr val="dk1"/>
              </a:buClr>
              <a:buSzPts val="2339"/>
              <a:buNone/>
              <a:defRPr sz="3307"/>
            </a:lvl5pPr>
            <a:lvl6pPr marL="3878336" lvl="5" indent="-323195" algn="l">
              <a:lnSpc>
                <a:spcPct val="90000"/>
              </a:lnSpc>
              <a:spcBef>
                <a:spcPts val="1653"/>
              </a:spcBef>
              <a:spcAft>
                <a:spcPts val="0"/>
              </a:spcAft>
              <a:buClr>
                <a:schemeClr val="dk1"/>
              </a:buClr>
              <a:buSzPts val="2339"/>
              <a:buNone/>
              <a:defRPr sz="3307"/>
            </a:lvl6pPr>
            <a:lvl7pPr marL="4524726" lvl="6" indent="-323195" algn="l">
              <a:lnSpc>
                <a:spcPct val="90000"/>
              </a:lnSpc>
              <a:spcBef>
                <a:spcPts val="1653"/>
              </a:spcBef>
              <a:spcAft>
                <a:spcPts val="0"/>
              </a:spcAft>
              <a:buClr>
                <a:schemeClr val="dk1"/>
              </a:buClr>
              <a:buSzPts val="2339"/>
              <a:buNone/>
              <a:defRPr sz="3307"/>
            </a:lvl7pPr>
            <a:lvl8pPr marL="5171115" lvl="7" indent="-323195" algn="l">
              <a:lnSpc>
                <a:spcPct val="90000"/>
              </a:lnSpc>
              <a:spcBef>
                <a:spcPts val="1653"/>
              </a:spcBef>
              <a:spcAft>
                <a:spcPts val="0"/>
              </a:spcAft>
              <a:buClr>
                <a:schemeClr val="dk1"/>
              </a:buClr>
              <a:buSzPts val="2339"/>
              <a:buNone/>
              <a:defRPr sz="3307"/>
            </a:lvl8pPr>
            <a:lvl9pPr marL="5817504" lvl="8" indent="-323195" algn="l">
              <a:lnSpc>
                <a:spcPct val="90000"/>
              </a:lnSpc>
              <a:spcBef>
                <a:spcPts val="1653"/>
              </a:spcBef>
              <a:spcAft>
                <a:spcPts val="0"/>
              </a:spcAft>
              <a:buClr>
                <a:schemeClr val="dk1"/>
              </a:buClr>
              <a:buSzPts val="2339"/>
              <a:buNone/>
              <a:defRPr sz="3307"/>
            </a:lvl9pPr>
          </a:lstStyle>
          <a:p>
            <a:endParaRPr/>
          </a:p>
        </p:txBody>
      </p:sp>
      <p:sp>
        <p:nvSpPr>
          <p:cNvPr id="65" name="Google Shape;65;p10"/>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6" name="Google Shape;66;p10"/>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7" name="Google Shape;67;p10"/>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2081421" y="2278914"/>
            <a:ext cx="26112372" cy="82734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1558310" y="11917633"/>
            <a:ext cx="27158595" cy="26112372"/>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2" name="Google Shape;72;p11"/>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3" name="Google Shape;73;p11"/>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6792642" y="17151963"/>
            <a:ext cx="36274211" cy="652809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6452764" y="10813092"/>
            <a:ext cx="36274211" cy="19205838"/>
          </a:xfrm>
          <a:prstGeom prst="rect">
            <a:avLst/>
          </a:prstGeom>
          <a:noFill/>
          <a:ln>
            <a:noFill/>
          </a:ln>
        </p:spPr>
        <p:txBody>
          <a:bodyPr spcFirstLastPara="1" wrap="square" lIns="91425" tIns="45700" rIns="91425" bIns="45700" anchor="t" anchorCtr="0">
            <a:normAutofit/>
          </a:bodyPr>
          <a:lstStyle>
            <a:lvl1pPr marL="646389" lvl="0" indent="-484792" algn="l">
              <a:lnSpc>
                <a:spcPct val="90000"/>
              </a:lnSpc>
              <a:spcBef>
                <a:spcPts val="3307"/>
              </a:spcBef>
              <a:spcAft>
                <a:spcPts val="0"/>
              </a:spcAft>
              <a:buClr>
                <a:schemeClr val="dk1"/>
              </a:buClr>
              <a:buSzPts val="1800"/>
              <a:buChar char="•"/>
              <a:defRPr/>
            </a:lvl1pPr>
            <a:lvl2pPr marL="1292779" lvl="1" indent="-484792" algn="l">
              <a:lnSpc>
                <a:spcPct val="90000"/>
              </a:lnSpc>
              <a:spcBef>
                <a:spcPts val="1653"/>
              </a:spcBef>
              <a:spcAft>
                <a:spcPts val="0"/>
              </a:spcAft>
              <a:buClr>
                <a:schemeClr val="dk1"/>
              </a:buClr>
              <a:buSzPts val="1800"/>
              <a:buChar char="•"/>
              <a:defRPr/>
            </a:lvl2pPr>
            <a:lvl3pPr marL="1939168" lvl="2" indent="-484792" algn="l">
              <a:lnSpc>
                <a:spcPct val="90000"/>
              </a:lnSpc>
              <a:spcBef>
                <a:spcPts val="1653"/>
              </a:spcBef>
              <a:spcAft>
                <a:spcPts val="0"/>
              </a:spcAft>
              <a:buClr>
                <a:schemeClr val="dk1"/>
              </a:buClr>
              <a:buSzPts val="1800"/>
              <a:buChar char="•"/>
              <a:defRPr/>
            </a:lvl3pPr>
            <a:lvl4pPr marL="2585557" lvl="3" indent="-484792" algn="l">
              <a:lnSpc>
                <a:spcPct val="90000"/>
              </a:lnSpc>
              <a:spcBef>
                <a:spcPts val="1653"/>
              </a:spcBef>
              <a:spcAft>
                <a:spcPts val="0"/>
              </a:spcAft>
              <a:buClr>
                <a:schemeClr val="dk1"/>
              </a:buClr>
              <a:buSzPts val="1800"/>
              <a:buChar char="•"/>
              <a:defRPr/>
            </a:lvl4pPr>
            <a:lvl5pPr marL="3231947" lvl="4" indent="-484792" algn="l">
              <a:lnSpc>
                <a:spcPct val="90000"/>
              </a:lnSpc>
              <a:spcBef>
                <a:spcPts val="1653"/>
              </a:spcBef>
              <a:spcAft>
                <a:spcPts val="0"/>
              </a:spcAft>
              <a:buClr>
                <a:schemeClr val="dk1"/>
              </a:buClr>
              <a:buSzPts val="1800"/>
              <a:buChar char="•"/>
              <a:defRPr/>
            </a:lvl5pPr>
            <a:lvl6pPr marL="3878336" lvl="5" indent="-484792" algn="l">
              <a:lnSpc>
                <a:spcPct val="90000"/>
              </a:lnSpc>
              <a:spcBef>
                <a:spcPts val="1653"/>
              </a:spcBef>
              <a:spcAft>
                <a:spcPts val="0"/>
              </a:spcAft>
              <a:buClr>
                <a:schemeClr val="dk1"/>
              </a:buClr>
              <a:buSzPts val="1800"/>
              <a:buChar char="•"/>
              <a:defRPr/>
            </a:lvl6pPr>
            <a:lvl7pPr marL="4524726" lvl="6" indent="-484792" algn="l">
              <a:lnSpc>
                <a:spcPct val="90000"/>
              </a:lnSpc>
              <a:spcBef>
                <a:spcPts val="1653"/>
              </a:spcBef>
              <a:spcAft>
                <a:spcPts val="0"/>
              </a:spcAft>
              <a:buClr>
                <a:schemeClr val="dk1"/>
              </a:buClr>
              <a:buSzPts val="1800"/>
              <a:buChar char="•"/>
              <a:defRPr/>
            </a:lvl7pPr>
            <a:lvl8pPr marL="5171115" lvl="7" indent="-484792" algn="l">
              <a:lnSpc>
                <a:spcPct val="90000"/>
              </a:lnSpc>
              <a:spcBef>
                <a:spcPts val="1653"/>
              </a:spcBef>
              <a:spcAft>
                <a:spcPts val="0"/>
              </a:spcAft>
              <a:buClr>
                <a:schemeClr val="dk1"/>
              </a:buClr>
              <a:buSzPts val="1800"/>
              <a:buChar char="•"/>
              <a:defRPr/>
            </a:lvl8pPr>
            <a:lvl9pPr marL="5817504" lvl="8" indent="-484792" algn="l">
              <a:lnSpc>
                <a:spcPct val="90000"/>
              </a:lnSpc>
              <a:spcBef>
                <a:spcPts val="1653"/>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8" name="Google Shape;78;p12"/>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9" name="Google Shape;79;p12"/>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ltLang="ja-JP" smtClean="0"/>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81421" y="2278914"/>
            <a:ext cx="26112372" cy="827341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0289"/>
              <a:buFont typeface="Calibri"/>
              <a:buNone/>
              <a:defRPr sz="1028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2081421" y="11394521"/>
            <a:ext cx="26112372" cy="27158595"/>
          </a:xfrm>
          <a:prstGeom prst="rect">
            <a:avLst/>
          </a:prstGeom>
          <a:noFill/>
          <a:ln>
            <a:noFill/>
          </a:ln>
        </p:spPr>
        <p:txBody>
          <a:bodyPr spcFirstLastPara="1" wrap="square" lIns="91425" tIns="45700" rIns="91425" bIns="45700" anchor="t" anchorCtr="0">
            <a:normAutofit/>
          </a:bodyPr>
          <a:lstStyle>
            <a:lvl1pPr marL="457200" marR="0" lvl="0" indent="-644398" algn="l" rtl="0">
              <a:lnSpc>
                <a:spcPct val="90000"/>
              </a:lnSpc>
              <a:spcBef>
                <a:spcPts val="2339"/>
              </a:spcBef>
              <a:spcAft>
                <a:spcPts val="0"/>
              </a:spcAft>
              <a:buClr>
                <a:schemeClr val="dk1"/>
              </a:buClr>
              <a:buSzPts val="6548"/>
              <a:buFont typeface="Arial"/>
              <a:buChar char="•"/>
              <a:defRPr sz="6548" b="0" i="0" u="none" strike="noStrike" cap="none">
                <a:solidFill>
                  <a:schemeClr val="dk1"/>
                </a:solidFill>
                <a:latin typeface="Calibri"/>
                <a:ea typeface="Calibri"/>
                <a:cs typeface="Calibri"/>
                <a:sym typeface="Calibri"/>
              </a:defRPr>
            </a:lvl1pPr>
            <a:lvl2pPr marL="914400" marR="0" lvl="1" indent="-584962" algn="l" rtl="0">
              <a:lnSpc>
                <a:spcPct val="90000"/>
              </a:lnSpc>
              <a:spcBef>
                <a:spcPts val="1169"/>
              </a:spcBef>
              <a:spcAft>
                <a:spcPts val="0"/>
              </a:spcAft>
              <a:buClr>
                <a:schemeClr val="dk1"/>
              </a:buClr>
              <a:buSzPts val="5612"/>
              <a:buFont typeface="Arial"/>
              <a:buChar char="•"/>
              <a:defRPr sz="5612" b="0" i="0" u="none" strike="noStrike" cap="none">
                <a:solidFill>
                  <a:schemeClr val="dk1"/>
                </a:solidFill>
                <a:latin typeface="Calibri"/>
                <a:ea typeface="Calibri"/>
                <a:cs typeface="Calibri"/>
                <a:sym typeface="Calibri"/>
              </a:defRPr>
            </a:lvl2pPr>
            <a:lvl3pPr marL="1371600" marR="0" lvl="2" indent="-525589" algn="l" rtl="0">
              <a:lnSpc>
                <a:spcPct val="90000"/>
              </a:lnSpc>
              <a:spcBef>
                <a:spcPts val="1169"/>
              </a:spcBef>
              <a:spcAft>
                <a:spcPts val="0"/>
              </a:spcAft>
              <a:buClr>
                <a:schemeClr val="dk1"/>
              </a:buClr>
              <a:buSzPts val="4677"/>
              <a:buFont typeface="Arial"/>
              <a:buChar char="•"/>
              <a:defRPr sz="4677" b="0" i="0" u="none" strike="noStrike" cap="none">
                <a:solidFill>
                  <a:schemeClr val="dk1"/>
                </a:solidFill>
                <a:latin typeface="Calibri"/>
                <a:ea typeface="Calibri"/>
                <a:cs typeface="Calibri"/>
                <a:sym typeface="Calibri"/>
              </a:defRPr>
            </a:lvl3pPr>
            <a:lvl4pPr marL="1828800" marR="0" lvl="3"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4pPr>
            <a:lvl5pPr marL="2286000" marR="0" lvl="4"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5pPr>
            <a:lvl6pPr marL="2743200" marR="0" lvl="5"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6pPr>
            <a:lvl7pPr marL="3200400" marR="0" lvl="6"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7pPr>
            <a:lvl8pPr marL="3657600" marR="0" lvl="7"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8pPr>
            <a:lvl9pPr marL="4114800" marR="0" lvl="8" indent="-495871" algn="l" rtl="0">
              <a:lnSpc>
                <a:spcPct val="90000"/>
              </a:lnSpc>
              <a:spcBef>
                <a:spcPts val="1169"/>
              </a:spcBef>
              <a:spcAft>
                <a:spcPts val="0"/>
              </a:spcAft>
              <a:buClr>
                <a:schemeClr val="dk1"/>
              </a:buClr>
              <a:buSzPts val="4209"/>
              <a:buFont typeface="Arial"/>
              <a:buChar char="•"/>
              <a:defRPr sz="4209"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2081421" y="39672757"/>
            <a:ext cx="6811923" cy="227890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967"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9pPr>
          </a:lstStyle>
          <a:p>
            <a:endParaRPr dirty="0"/>
          </a:p>
        </p:txBody>
      </p:sp>
      <p:sp>
        <p:nvSpPr>
          <p:cNvPr id="9" name="Google Shape;9;p1"/>
          <p:cNvSpPr txBox="1">
            <a:spLocks noGrp="1"/>
          </p:cNvSpPr>
          <p:nvPr>
            <p:ph type="ftr" idx="11"/>
          </p:nvPr>
        </p:nvSpPr>
        <p:spPr>
          <a:xfrm>
            <a:off x="10028665" y="39672757"/>
            <a:ext cx="10217884" cy="227890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967"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545" b="0" i="0" u="none" strike="noStrike" cap="none">
                <a:solidFill>
                  <a:schemeClr val="dk1"/>
                </a:solidFill>
                <a:latin typeface="Calibri"/>
                <a:ea typeface="Calibri"/>
                <a:cs typeface="Calibri"/>
                <a:sym typeface="Calibri"/>
              </a:defRPr>
            </a:lvl9pPr>
          </a:lstStyle>
          <a:p>
            <a:endParaRPr dirty="0"/>
          </a:p>
        </p:txBody>
      </p:sp>
      <p:sp>
        <p:nvSpPr>
          <p:cNvPr id="10" name="Google Shape;10;p1"/>
          <p:cNvSpPr txBox="1">
            <a:spLocks noGrp="1"/>
          </p:cNvSpPr>
          <p:nvPr>
            <p:ph type="sldNum" idx="12"/>
          </p:nvPr>
        </p:nvSpPr>
        <p:spPr>
          <a:xfrm>
            <a:off x="21381869" y="39672757"/>
            <a:ext cx="6811923" cy="227890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3967" b="0" i="0" u="none" strike="noStrike" cap="none">
                <a:solidFill>
                  <a:srgbClr val="888888"/>
                </a:solidFill>
                <a:latin typeface="Calibri"/>
                <a:ea typeface="Calibri"/>
                <a:cs typeface="Calibri"/>
                <a:sym typeface="Calibri"/>
              </a:defRPr>
            </a:lvl1pPr>
            <a:lvl2pPr marL="0" marR="0" lvl="1" indent="0" algn="r" rtl="0">
              <a:spcBef>
                <a:spcPts val="0"/>
              </a:spcBef>
              <a:buNone/>
              <a:defRPr sz="3967" b="0" i="0" u="none" strike="noStrike" cap="none">
                <a:solidFill>
                  <a:srgbClr val="888888"/>
                </a:solidFill>
                <a:latin typeface="Calibri"/>
                <a:ea typeface="Calibri"/>
                <a:cs typeface="Calibri"/>
                <a:sym typeface="Calibri"/>
              </a:defRPr>
            </a:lvl2pPr>
            <a:lvl3pPr marL="0" marR="0" lvl="2" indent="0" algn="r" rtl="0">
              <a:spcBef>
                <a:spcPts val="0"/>
              </a:spcBef>
              <a:buNone/>
              <a:defRPr sz="3967" b="0" i="0" u="none" strike="noStrike" cap="none">
                <a:solidFill>
                  <a:srgbClr val="888888"/>
                </a:solidFill>
                <a:latin typeface="Calibri"/>
                <a:ea typeface="Calibri"/>
                <a:cs typeface="Calibri"/>
                <a:sym typeface="Calibri"/>
              </a:defRPr>
            </a:lvl3pPr>
            <a:lvl4pPr marL="0" marR="0" lvl="3" indent="0" algn="r" rtl="0">
              <a:spcBef>
                <a:spcPts val="0"/>
              </a:spcBef>
              <a:buNone/>
              <a:defRPr sz="3967" b="0" i="0" u="none" strike="noStrike" cap="none">
                <a:solidFill>
                  <a:srgbClr val="888888"/>
                </a:solidFill>
                <a:latin typeface="Calibri"/>
                <a:ea typeface="Calibri"/>
                <a:cs typeface="Calibri"/>
                <a:sym typeface="Calibri"/>
              </a:defRPr>
            </a:lvl4pPr>
            <a:lvl5pPr marL="0" marR="0" lvl="4" indent="0" algn="r" rtl="0">
              <a:spcBef>
                <a:spcPts val="0"/>
              </a:spcBef>
              <a:buNone/>
              <a:defRPr sz="3967" b="0" i="0" u="none" strike="noStrike" cap="none">
                <a:solidFill>
                  <a:srgbClr val="888888"/>
                </a:solidFill>
                <a:latin typeface="Calibri"/>
                <a:ea typeface="Calibri"/>
                <a:cs typeface="Calibri"/>
                <a:sym typeface="Calibri"/>
              </a:defRPr>
            </a:lvl5pPr>
            <a:lvl6pPr marL="0" marR="0" lvl="5" indent="0" algn="r" rtl="0">
              <a:spcBef>
                <a:spcPts val="0"/>
              </a:spcBef>
              <a:buNone/>
              <a:defRPr sz="3967" b="0" i="0" u="none" strike="noStrike" cap="none">
                <a:solidFill>
                  <a:srgbClr val="888888"/>
                </a:solidFill>
                <a:latin typeface="Calibri"/>
                <a:ea typeface="Calibri"/>
                <a:cs typeface="Calibri"/>
                <a:sym typeface="Calibri"/>
              </a:defRPr>
            </a:lvl6pPr>
            <a:lvl7pPr marL="0" marR="0" lvl="6" indent="0" algn="r" rtl="0">
              <a:spcBef>
                <a:spcPts val="0"/>
              </a:spcBef>
              <a:buNone/>
              <a:defRPr sz="3967" b="0" i="0" u="none" strike="noStrike" cap="none">
                <a:solidFill>
                  <a:srgbClr val="888888"/>
                </a:solidFill>
                <a:latin typeface="Calibri"/>
                <a:ea typeface="Calibri"/>
                <a:cs typeface="Calibri"/>
                <a:sym typeface="Calibri"/>
              </a:defRPr>
            </a:lvl7pPr>
            <a:lvl8pPr marL="0" marR="0" lvl="7" indent="0" algn="r" rtl="0">
              <a:spcBef>
                <a:spcPts val="0"/>
              </a:spcBef>
              <a:buNone/>
              <a:defRPr sz="3967" b="0" i="0" u="none" strike="noStrike" cap="none">
                <a:solidFill>
                  <a:srgbClr val="888888"/>
                </a:solidFill>
                <a:latin typeface="Calibri"/>
                <a:ea typeface="Calibri"/>
                <a:cs typeface="Calibri"/>
                <a:sym typeface="Calibri"/>
              </a:defRPr>
            </a:lvl8pPr>
            <a:lvl9pPr marL="0" marR="0" lvl="8" indent="0" algn="r" rtl="0">
              <a:spcBef>
                <a:spcPts val="0"/>
              </a:spcBef>
              <a:buNone/>
              <a:defRPr sz="3967" b="0" i="0" u="none" strike="noStrike" cap="none">
                <a:solidFill>
                  <a:srgbClr val="888888"/>
                </a:solidFill>
                <a:latin typeface="Calibri"/>
                <a:ea typeface="Calibri"/>
                <a:cs typeface="Calibri"/>
                <a:sym typeface="Calibri"/>
              </a:defRPr>
            </a:lvl9pPr>
          </a:lstStyle>
          <a:p>
            <a:fld id="{00000000-1234-1234-1234-123412341234}" type="slidenum">
              <a:rPr lang="en-US" altLang="ja-JP" smtClean="0"/>
              <a:pPr/>
              <a:t>‹#›</a:t>
            </a:fld>
            <a:endParaRPr lang="ja-JP" alt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97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a:extLst>
            <a:ext uri="{FF2B5EF4-FFF2-40B4-BE49-F238E27FC236}">
              <a16:creationId xmlns:a16="http://schemas.microsoft.com/office/drawing/2014/main" id="{9C5A003A-1976-D579-FF42-C0FC34BFF6DB}"/>
            </a:ext>
          </a:extLst>
        </p:cNvPr>
        <p:cNvGrpSpPr/>
        <p:nvPr/>
      </p:nvGrpSpPr>
      <p:grpSpPr>
        <a:xfrm>
          <a:off x="0" y="0"/>
          <a:ext cx="0" cy="0"/>
          <a:chOff x="0" y="0"/>
          <a:chExt cx="0" cy="0"/>
        </a:xfrm>
      </p:grpSpPr>
      <p:pic>
        <p:nvPicPr>
          <p:cNvPr id="67" name="グラフィックス 66">
            <a:extLst>
              <a:ext uri="{FF2B5EF4-FFF2-40B4-BE49-F238E27FC236}">
                <a16:creationId xmlns:a16="http://schemas.microsoft.com/office/drawing/2014/main" id="{F3BA64BC-BC7C-E892-242B-58F52B63C612}"/>
              </a:ext>
            </a:extLst>
          </p:cNvPr>
          <p:cNvPicPr>
            <a:picLocks noChangeAspect="1"/>
          </p:cNvPicPr>
          <p:nvPr/>
        </p:nvPicPr>
        <p:blipFill>
          <a:blip r:embed="rId3">
            <a:extLst>
              <a:ext uri="{96DAC541-7B7A-43D3-8B79-37D633B846F1}">
                <asvg:svgBlip xmlns:asvg="http://schemas.microsoft.com/office/drawing/2016/SVG/main" r:embed="rId4"/>
              </a:ext>
            </a:extLst>
          </a:blip>
          <a:srcRect l="5338" t="14615" r="23585" b="39372"/>
          <a:stretch/>
        </p:blipFill>
        <p:spPr>
          <a:xfrm>
            <a:off x="892095" y="24813437"/>
            <a:ext cx="13374518" cy="4494587"/>
          </a:xfrm>
          <a:prstGeom prst="rect">
            <a:avLst/>
          </a:prstGeom>
        </p:spPr>
      </p:pic>
      <p:sp>
        <p:nvSpPr>
          <p:cNvPr id="2" name="Google Shape;86;p13">
            <a:extLst>
              <a:ext uri="{FF2B5EF4-FFF2-40B4-BE49-F238E27FC236}">
                <a16:creationId xmlns:a16="http://schemas.microsoft.com/office/drawing/2014/main" id="{EA75745F-5597-057E-79CD-585D8B4B77DC}"/>
              </a:ext>
            </a:extLst>
          </p:cNvPr>
          <p:cNvSpPr/>
          <p:nvPr/>
        </p:nvSpPr>
        <p:spPr>
          <a:xfrm>
            <a:off x="7290" y="1151363"/>
            <a:ext cx="30267923" cy="4913480"/>
          </a:xfrm>
          <a:prstGeom prst="rect">
            <a:avLst/>
          </a:prstGeom>
          <a:solidFill>
            <a:schemeClr val="bg2">
              <a:lumMod val="20000"/>
              <a:lumOff val="80000"/>
            </a:schemeClr>
          </a:solidFill>
          <a:ln>
            <a:solidFill>
              <a:schemeClr val="bg2">
                <a:lumMod val="20000"/>
                <a:lumOff val="80000"/>
              </a:schemeClr>
            </a:solidFill>
          </a:ln>
        </p:spPr>
        <p:txBody>
          <a:bodyPr spcFirstLastPara="1" wrap="square" lIns="129259" tIns="64612" rIns="129259" bIns="64612" anchor="ctr" anchorCtr="0">
            <a:noAutofit/>
          </a:bodyPr>
          <a:lstStyle/>
          <a:p>
            <a:pPr algn="ctr"/>
            <a:endParaRPr lang="ja-JP" altLang="en-US" sz="4800">
              <a:highlight>
                <a:srgbClr val="FFFF00"/>
              </a:highlight>
            </a:endParaRPr>
          </a:p>
        </p:txBody>
      </p:sp>
      <p:sp>
        <p:nvSpPr>
          <p:cNvPr id="86" name="Google Shape;86;p13">
            <a:extLst>
              <a:ext uri="{FF2B5EF4-FFF2-40B4-BE49-F238E27FC236}">
                <a16:creationId xmlns:a16="http://schemas.microsoft.com/office/drawing/2014/main" id="{C94E680C-EA0B-58B8-9C62-0A10F3171109}"/>
              </a:ext>
            </a:extLst>
          </p:cNvPr>
          <p:cNvSpPr/>
          <p:nvPr/>
        </p:nvSpPr>
        <p:spPr>
          <a:xfrm>
            <a:off x="0" y="-6794"/>
            <a:ext cx="30289209" cy="1235715"/>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800">
                <a:solidFill>
                  <a:srgbClr val="FFFFFF"/>
                </a:solidFill>
                <a:latin typeface="+mj-lt"/>
                <a:cs typeface="Calibri"/>
                <a:sym typeface="Calibri"/>
              </a:rPr>
              <a:t>第</a:t>
            </a:r>
            <a:r>
              <a:rPr lang="en-US" altLang="ja-JP" sz="4800" dirty="0">
                <a:solidFill>
                  <a:srgbClr val="FFFFFF"/>
                </a:solidFill>
                <a:latin typeface="+mj-lt"/>
                <a:cs typeface="Calibri"/>
                <a:sym typeface="Calibri"/>
              </a:rPr>
              <a:t>17</a:t>
            </a:r>
            <a:r>
              <a:rPr lang="ja-JP" altLang="en-US" sz="4800">
                <a:solidFill>
                  <a:srgbClr val="FFFFFF"/>
                </a:solidFill>
                <a:latin typeface="+mj-lt"/>
                <a:cs typeface="Calibri"/>
                <a:sym typeface="Calibri"/>
              </a:rPr>
              <a:t>回データ工学と情報マネジメントに関するフォーラム</a:t>
            </a:r>
            <a:r>
              <a:rPr lang="en-US" altLang="ja-JP" sz="4800" dirty="0">
                <a:solidFill>
                  <a:srgbClr val="FFFFFF"/>
                </a:solidFill>
                <a:latin typeface="+mj-lt"/>
                <a:cs typeface="Calibri"/>
                <a:sym typeface="Calibri"/>
              </a:rPr>
              <a:t> (2025/3/3)</a:t>
            </a:r>
            <a:endParaRPr lang="ja-JP" altLang="en-US" sz="4800">
              <a:latin typeface="+mj-lt"/>
            </a:endParaRPr>
          </a:p>
        </p:txBody>
      </p:sp>
      <p:sp>
        <p:nvSpPr>
          <p:cNvPr id="87" name="Google Shape;87;p13">
            <a:extLst>
              <a:ext uri="{FF2B5EF4-FFF2-40B4-BE49-F238E27FC236}">
                <a16:creationId xmlns:a16="http://schemas.microsoft.com/office/drawing/2014/main" id="{395DEA9F-6DA4-3259-F27D-0B19B1AF88C3}"/>
              </a:ext>
            </a:extLst>
          </p:cNvPr>
          <p:cNvSpPr txBox="1"/>
          <p:nvPr/>
        </p:nvSpPr>
        <p:spPr>
          <a:xfrm>
            <a:off x="3565013" y="918542"/>
            <a:ext cx="23117295" cy="3676612"/>
          </a:xfrm>
          <a:prstGeom prst="rect">
            <a:avLst/>
          </a:prstGeom>
          <a:noFill/>
          <a:ln>
            <a:noFill/>
          </a:ln>
        </p:spPr>
        <p:txBody>
          <a:bodyPr spcFirstLastPara="1" wrap="square" lIns="129259" tIns="64612" rIns="129259" bIns="64612" anchor="ctr" anchorCtr="0">
            <a:noAutofit/>
          </a:bodyPr>
          <a:lstStyle/>
          <a:p>
            <a:pPr algn="ctr">
              <a:lnSpc>
                <a:spcPct val="90000"/>
              </a:lnSpc>
            </a:pPr>
            <a:r>
              <a:rPr lang="en" altLang="ja-JP" sz="8000" spc="600" dirty="0">
                <a:solidFill>
                  <a:schemeClr val="tx1"/>
                </a:solidFill>
                <a:effectLst/>
                <a:latin typeface="+mj-lt"/>
                <a:ea typeface="MS Gothic" panose="020B0609070205080204" pitchFamily="49" charset="-128"/>
              </a:rPr>
              <a:t>LLM</a:t>
            </a:r>
            <a:r>
              <a:rPr lang="ja-JP" altLang="en-US" sz="8000" spc="600">
                <a:solidFill>
                  <a:schemeClr val="tx1"/>
                </a:solidFill>
                <a:effectLst/>
                <a:latin typeface="+mj-lt"/>
                <a:ea typeface="MS Gothic" panose="020B0609070205080204" pitchFamily="49" charset="-128"/>
              </a:rPr>
              <a:t>入力テキスト中のステレオバイアス</a:t>
            </a:r>
            <a:endParaRPr lang="en-US" altLang="ja-JP" sz="8000" spc="600" dirty="0">
              <a:solidFill>
                <a:schemeClr val="tx1"/>
              </a:solidFill>
              <a:effectLst/>
              <a:latin typeface="+mj-lt"/>
              <a:ea typeface="MS Gothic" panose="020B0609070205080204" pitchFamily="49" charset="-128"/>
            </a:endParaRPr>
          </a:p>
          <a:p>
            <a:pPr algn="ctr">
              <a:lnSpc>
                <a:spcPct val="90000"/>
              </a:lnSpc>
            </a:pPr>
            <a:r>
              <a:rPr lang="ja-JP" altLang="en-US" sz="8000" spc="600">
                <a:solidFill>
                  <a:schemeClr val="tx1"/>
                </a:solidFill>
                <a:effectLst/>
                <a:latin typeface="+mj-lt"/>
                <a:ea typeface="MS Gothic" panose="020B0609070205080204" pitchFamily="49" charset="-128"/>
              </a:rPr>
              <a:t>自動検出およびプロンプト反映手法の提案</a:t>
            </a:r>
          </a:p>
        </p:txBody>
      </p:sp>
      <p:sp>
        <p:nvSpPr>
          <p:cNvPr id="88" name="Google Shape;88;p13">
            <a:extLst>
              <a:ext uri="{FF2B5EF4-FFF2-40B4-BE49-F238E27FC236}">
                <a16:creationId xmlns:a16="http://schemas.microsoft.com/office/drawing/2014/main" id="{0EFD3EDB-792C-255B-2BCD-B32AD446D610}"/>
              </a:ext>
            </a:extLst>
          </p:cNvPr>
          <p:cNvSpPr txBox="1"/>
          <p:nvPr/>
        </p:nvSpPr>
        <p:spPr>
          <a:xfrm>
            <a:off x="11499534" y="3708950"/>
            <a:ext cx="7276143" cy="1305523"/>
          </a:xfrm>
          <a:prstGeom prst="rect">
            <a:avLst/>
          </a:prstGeom>
          <a:noFill/>
          <a:ln>
            <a:noFill/>
          </a:ln>
        </p:spPr>
        <p:txBody>
          <a:bodyPr spcFirstLastPara="1" wrap="square" lIns="129259" tIns="64612" rIns="129259" bIns="64612" anchor="ctr" anchorCtr="0">
            <a:normAutofit/>
          </a:bodyPr>
          <a:lstStyle/>
          <a:p>
            <a:pPr algn="ctr">
              <a:lnSpc>
                <a:spcPct val="90000"/>
              </a:lnSpc>
              <a:buSzPts val="3900"/>
            </a:pPr>
            <a:r>
              <a:rPr lang="ja-JP" altLang="en-US" sz="4800">
                <a:solidFill>
                  <a:schemeClr val="tx2">
                    <a:lumMod val="25000"/>
                  </a:schemeClr>
                </a:solidFill>
                <a:latin typeface="+mj-lt"/>
                <a:ea typeface="Calibri"/>
                <a:cs typeface="Calibri"/>
                <a:sym typeface="Calibri"/>
              </a:rPr>
              <a:t>乾映之右</a:t>
            </a:r>
            <a:r>
              <a:rPr lang="en-US" altLang="ja-JP" sz="4800" dirty="0">
                <a:solidFill>
                  <a:schemeClr val="tx2">
                    <a:lumMod val="25000"/>
                  </a:schemeClr>
                </a:solidFill>
                <a:latin typeface="+mj-lt"/>
                <a:ea typeface="Calibri"/>
                <a:cs typeface="Calibri"/>
                <a:sym typeface="Calibri"/>
              </a:rPr>
              <a:t>† </a:t>
            </a:r>
            <a:r>
              <a:rPr lang="ja-JP" altLang="en-US" sz="4800">
                <a:solidFill>
                  <a:schemeClr val="tx2">
                    <a:lumMod val="25000"/>
                  </a:schemeClr>
                </a:solidFill>
                <a:latin typeface="+mj-lt"/>
                <a:ea typeface="Calibri"/>
                <a:cs typeface="Calibri"/>
                <a:sym typeface="Calibri"/>
              </a:rPr>
              <a:t>中村</a:t>
            </a:r>
            <a:r>
              <a:rPr lang="en-US" altLang="ja-JP" sz="4800" dirty="0">
                <a:solidFill>
                  <a:schemeClr val="tx2">
                    <a:lumMod val="25000"/>
                  </a:schemeClr>
                </a:solidFill>
                <a:latin typeface="+mj-lt"/>
                <a:ea typeface="Calibri"/>
                <a:cs typeface="Calibri"/>
                <a:sym typeface="Calibri"/>
              </a:rPr>
              <a:t> </a:t>
            </a:r>
            <a:r>
              <a:rPr lang="ja-JP" altLang="en-US" sz="4800">
                <a:solidFill>
                  <a:schemeClr val="tx2">
                    <a:lumMod val="25000"/>
                  </a:schemeClr>
                </a:solidFill>
                <a:latin typeface="+mj-lt"/>
                <a:ea typeface="Calibri"/>
                <a:cs typeface="Calibri"/>
                <a:sym typeface="Calibri"/>
              </a:rPr>
              <a:t>亮太</a:t>
            </a:r>
            <a:r>
              <a:rPr lang="en-US" altLang="ja-JP" sz="4800" dirty="0">
                <a:solidFill>
                  <a:schemeClr val="tx2">
                    <a:lumMod val="25000"/>
                  </a:schemeClr>
                </a:solidFill>
                <a:latin typeface="+mj-lt"/>
                <a:ea typeface="Calibri"/>
                <a:cs typeface="Calibri"/>
                <a:sym typeface="Calibri"/>
              </a:rPr>
              <a:t>†</a:t>
            </a:r>
            <a:endParaRPr sz="4800" dirty="0">
              <a:solidFill>
                <a:schemeClr val="tx2">
                  <a:lumMod val="25000"/>
                </a:schemeClr>
              </a:solidFill>
              <a:latin typeface="+mj-lt"/>
              <a:ea typeface="Calibri"/>
              <a:cs typeface="Calibri"/>
              <a:sym typeface="Calibri"/>
            </a:endParaRPr>
          </a:p>
        </p:txBody>
      </p:sp>
      <p:sp>
        <p:nvSpPr>
          <p:cNvPr id="89" name="Google Shape;89;p13">
            <a:extLst>
              <a:ext uri="{FF2B5EF4-FFF2-40B4-BE49-F238E27FC236}">
                <a16:creationId xmlns:a16="http://schemas.microsoft.com/office/drawing/2014/main" id="{3720F4A6-638C-7C5E-6BE2-1D0C075D4D32}"/>
              </a:ext>
            </a:extLst>
          </p:cNvPr>
          <p:cNvSpPr/>
          <p:nvPr/>
        </p:nvSpPr>
        <p:spPr>
          <a:xfrm>
            <a:off x="747689" y="6479138"/>
            <a:ext cx="28793830" cy="1047253"/>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000" b="1" spc="600">
                <a:solidFill>
                  <a:srgbClr val="FFFFFF"/>
                </a:solidFill>
                <a:latin typeface="Calibri"/>
                <a:ea typeface="Calibri"/>
                <a:cs typeface="Calibri"/>
                <a:sym typeface="Calibri"/>
              </a:rPr>
              <a:t>背景・目的</a:t>
            </a:r>
            <a:endParaRPr sz="4000" b="1" spc="600" dirty="0"/>
          </a:p>
        </p:txBody>
      </p:sp>
      <p:sp>
        <p:nvSpPr>
          <p:cNvPr id="98" name="Google Shape;98;p13">
            <a:extLst>
              <a:ext uri="{FF2B5EF4-FFF2-40B4-BE49-F238E27FC236}">
                <a16:creationId xmlns:a16="http://schemas.microsoft.com/office/drawing/2014/main" id="{08A031CE-00C4-0CFA-FD6C-A19E4D30BFA3}"/>
              </a:ext>
            </a:extLst>
          </p:cNvPr>
          <p:cNvSpPr/>
          <p:nvPr/>
        </p:nvSpPr>
        <p:spPr>
          <a:xfrm>
            <a:off x="21287" y="41503347"/>
            <a:ext cx="30232746" cy="1305523"/>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800" b="0" i="0">
                <a:solidFill>
                  <a:schemeClr val="bg1"/>
                </a:solidFill>
                <a:effectLst/>
                <a:latin typeface="Arial" panose="020B0604020202020204" pitchFamily="34" charset="0"/>
              </a:rPr>
              <a:t>武蔵野大学データサイエンス学部</a:t>
            </a:r>
            <a:r>
              <a:rPr lang="en-US" altLang="ja-JP" sz="4800" b="0" i="0" dirty="0">
                <a:solidFill>
                  <a:schemeClr val="bg1"/>
                </a:solidFill>
                <a:effectLst/>
                <a:latin typeface="Arial" panose="020B0604020202020204" pitchFamily="34" charset="0"/>
              </a:rPr>
              <a:t> </a:t>
            </a:r>
            <a:r>
              <a:rPr lang="en" altLang="ja-JP" sz="4800" b="0" i="0" dirty="0">
                <a:solidFill>
                  <a:schemeClr val="bg1"/>
                </a:solidFill>
                <a:effectLst/>
                <a:latin typeface="Arial" panose="020B0604020202020204" pitchFamily="34" charset="0"/>
              </a:rPr>
              <a:t>XR Interaction &amp; Cognify Lab</a:t>
            </a:r>
            <a:endParaRPr sz="4800" dirty="0">
              <a:solidFill>
                <a:schemeClr val="bg1"/>
              </a:solidFill>
              <a:latin typeface="Calibri"/>
              <a:ea typeface="Calibri"/>
              <a:cs typeface="Calibri"/>
              <a:sym typeface="Calibri"/>
            </a:endParaRPr>
          </a:p>
        </p:txBody>
      </p:sp>
      <p:sp>
        <p:nvSpPr>
          <p:cNvPr id="4" name="Google Shape;88;p13">
            <a:extLst>
              <a:ext uri="{FF2B5EF4-FFF2-40B4-BE49-F238E27FC236}">
                <a16:creationId xmlns:a16="http://schemas.microsoft.com/office/drawing/2014/main" id="{C1FB3DE2-2FAC-E6AA-5D92-C2E175D60796}"/>
              </a:ext>
            </a:extLst>
          </p:cNvPr>
          <p:cNvSpPr txBox="1"/>
          <p:nvPr/>
        </p:nvSpPr>
        <p:spPr>
          <a:xfrm>
            <a:off x="6278286" y="4595154"/>
            <a:ext cx="17718639" cy="1305523"/>
          </a:xfrm>
          <a:prstGeom prst="rect">
            <a:avLst/>
          </a:prstGeom>
          <a:noFill/>
          <a:ln>
            <a:noFill/>
          </a:ln>
        </p:spPr>
        <p:txBody>
          <a:bodyPr spcFirstLastPara="1" wrap="square" lIns="129259" tIns="64612" rIns="129259" bIns="64612" anchor="ctr" anchorCtr="0">
            <a:normAutofit/>
          </a:bodyPr>
          <a:lstStyle/>
          <a:p>
            <a:pPr algn="ctr">
              <a:lnSpc>
                <a:spcPct val="90000"/>
              </a:lnSpc>
              <a:buSzPts val="3900"/>
            </a:pPr>
            <a:r>
              <a:rPr lang="en-US" altLang="ja-JP" sz="4800" b="0" i="0" dirty="0">
                <a:solidFill>
                  <a:schemeClr val="tx2">
                    <a:lumMod val="25000"/>
                  </a:schemeClr>
                </a:solidFill>
                <a:effectLst/>
                <a:latin typeface="Noto Sans" panose="020B0604020202020204" pitchFamily="34" charset="0"/>
              </a:rPr>
              <a:t>†</a:t>
            </a:r>
            <a:r>
              <a:rPr lang="ja-JP" altLang="en-US" sz="4800" b="0" i="0">
                <a:solidFill>
                  <a:schemeClr val="tx2">
                    <a:lumMod val="25000"/>
                  </a:schemeClr>
                </a:solidFill>
                <a:effectLst/>
                <a:latin typeface="Noto Sans" panose="020B0604020202020204" pitchFamily="34" charset="0"/>
              </a:rPr>
              <a:t>武蔵野大学</a:t>
            </a:r>
            <a:r>
              <a:rPr lang="ja-JP" altLang="en-US" sz="4800" b="0" i="0">
                <a:solidFill>
                  <a:schemeClr val="tx2">
                    <a:lumMod val="25000"/>
                  </a:schemeClr>
                </a:solidFill>
                <a:effectLst/>
                <a:latin typeface="+mj-lt"/>
              </a:rPr>
              <a:t>データサイエンス</a:t>
            </a:r>
            <a:r>
              <a:rPr lang="ja-JP" altLang="en-US" sz="4800" b="0" i="0">
                <a:solidFill>
                  <a:schemeClr val="tx2">
                    <a:lumMod val="25000"/>
                  </a:schemeClr>
                </a:solidFill>
                <a:effectLst/>
                <a:latin typeface="Noto Sans" panose="020B0604020202020204" pitchFamily="34" charset="0"/>
              </a:rPr>
              <a:t>学部データサイエンス学科</a:t>
            </a:r>
            <a:endParaRPr sz="4800" dirty="0">
              <a:solidFill>
                <a:schemeClr val="tx2">
                  <a:lumMod val="25000"/>
                </a:schemeClr>
              </a:solidFill>
              <a:latin typeface="Calibri"/>
              <a:ea typeface="Calibri"/>
              <a:cs typeface="Calibri"/>
              <a:sym typeface="Calibri"/>
            </a:endParaRPr>
          </a:p>
        </p:txBody>
      </p:sp>
      <p:pic>
        <p:nvPicPr>
          <p:cNvPr id="20" name="グラフィックス 19">
            <a:extLst>
              <a:ext uri="{FF2B5EF4-FFF2-40B4-BE49-F238E27FC236}">
                <a16:creationId xmlns:a16="http://schemas.microsoft.com/office/drawing/2014/main" id="{FDBACC31-DF05-847A-2AB6-D27CCDAD3B74}"/>
              </a:ext>
            </a:extLst>
          </p:cNvPr>
          <p:cNvPicPr>
            <a:picLocks noChangeAspect="1"/>
          </p:cNvPicPr>
          <p:nvPr/>
        </p:nvPicPr>
        <p:blipFill>
          <a:blip r:embed="rId5">
            <a:extLst>
              <a:ext uri="{96DAC541-7B7A-43D3-8B79-37D633B846F1}">
                <asvg:svgBlip xmlns:asvg="http://schemas.microsoft.com/office/drawing/2016/SVG/main" r:embed="rId6"/>
              </a:ext>
            </a:extLst>
          </a:blip>
          <a:srcRect l="30929" t="46609" r="13372" b="39448"/>
          <a:stretch/>
        </p:blipFill>
        <p:spPr>
          <a:xfrm>
            <a:off x="1914864" y="29625308"/>
            <a:ext cx="11466463" cy="1614566"/>
          </a:xfrm>
          <a:prstGeom prst="rect">
            <a:avLst/>
          </a:prstGeom>
        </p:spPr>
      </p:pic>
      <p:sp>
        <p:nvSpPr>
          <p:cNvPr id="3" name="角丸四角形 2">
            <a:extLst>
              <a:ext uri="{FF2B5EF4-FFF2-40B4-BE49-F238E27FC236}">
                <a16:creationId xmlns:a16="http://schemas.microsoft.com/office/drawing/2014/main" id="{723E262B-2938-CDD3-5A5E-E75FE9E1BD20}"/>
              </a:ext>
            </a:extLst>
          </p:cNvPr>
          <p:cNvSpPr/>
          <p:nvPr/>
        </p:nvSpPr>
        <p:spPr>
          <a:xfrm>
            <a:off x="747689" y="8721045"/>
            <a:ext cx="6421207" cy="3823854"/>
          </a:xfrm>
          <a:prstGeom prst="roundRect">
            <a:avLst/>
          </a:prstGeom>
          <a:noFill/>
          <a:ln w="101600">
            <a:solidFill>
              <a:schemeClr val="bg2">
                <a:alpha val="34873"/>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F0C0B8AE-A337-3E95-2592-E28C50433984}"/>
              </a:ext>
            </a:extLst>
          </p:cNvPr>
          <p:cNvSpPr txBox="1"/>
          <p:nvPr/>
        </p:nvSpPr>
        <p:spPr>
          <a:xfrm>
            <a:off x="892095" y="9453648"/>
            <a:ext cx="6157964" cy="2308324"/>
          </a:xfrm>
          <a:prstGeom prst="rect">
            <a:avLst/>
          </a:prstGeom>
          <a:noFill/>
        </p:spPr>
        <p:txBody>
          <a:bodyPr wrap="square" rtlCol="0">
            <a:spAutoFit/>
          </a:bodyPr>
          <a:lstStyle/>
          <a:p>
            <a:pPr algn="ctr" rtl="0"/>
            <a:r>
              <a:rPr lang="ja-JP" altLang="en-US" sz="3600" i="0" u="none" strike="noStrike">
                <a:solidFill>
                  <a:srgbClr val="000000"/>
                </a:solidFill>
                <a:effectLst/>
                <a:latin typeface="Arial" panose="020B0604020202020204" pitchFamily="34" charset="0"/>
              </a:rPr>
              <a:t>学習データの</a:t>
            </a:r>
            <a:endParaRPr lang="en-US" altLang="ja-JP" sz="3600" i="0" u="none" strike="noStrike" dirty="0">
              <a:solidFill>
                <a:srgbClr val="000000"/>
              </a:solidFill>
              <a:effectLst/>
              <a:latin typeface="Arial" panose="020B0604020202020204" pitchFamily="34" charset="0"/>
            </a:endParaRPr>
          </a:p>
          <a:p>
            <a:pPr algn="ctr" rtl="0"/>
            <a:r>
              <a:rPr lang="ja-JP" altLang="en-US" sz="3600" i="0" u="none" strike="noStrike">
                <a:solidFill>
                  <a:srgbClr val="000000"/>
                </a:solidFill>
                <a:effectLst/>
                <a:latin typeface="Arial" panose="020B0604020202020204" pitchFamily="34" charset="0"/>
              </a:rPr>
              <a:t>ステレオタイプ的バイアスが</a:t>
            </a:r>
            <a:r>
              <a:rPr lang="en-US" altLang="ja-JP" sz="3600" i="0" u="none" strike="noStrike" dirty="0">
                <a:solidFill>
                  <a:srgbClr val="000000"/>
                </a:solidFill>
                <a:effectLst/>
                <a:latin typeface="Arial" panose="020B0604020202020204" pitchFamily="34" charset="0"/>
              </a:rPr>
              <a:t>LLM</a:t>
            </a:r>
            <a:r>
              <a:rPr lang="ja-JP" altLang="en-US" sz="3600" i="0" u="none" strike="noStrike">
                <a:solidFill>
                  <a:srgbClr val="000000"/>
                </a:solidFill>
                <a:effectLst/>
                <a:latin typeface="Arial" panose="020B0604020202020204" pitchFamily="34" charset="0"/>
              </a:rPr>
              <a:t>の出力に影響を</a:t>
            </a:r>
            <a:endParaRPr lang="en-US" altLang="ja-JP" sz="3600" i="0" u="none" strike="noStrike" dirty="0">
              <a:solidFill>
                <a:srgbClr val="000000"/>
              </a:solidFill>
              <a:effectLst/>
              <a:latin typeface="Arial" panose="020B0604020202020204" pitchFamily="34" charset="0"/>
            </a:endParaRPr>
          </a:p>
          <a:p>
            <a:pPr algn="ctr" rtl="0"/>
            <a:r>
              <a:rPr lang="ja-JP" altLang="en-US" sz="3600" i="0" u="none" strike="noStrike">
                <a:solidFill>
                  <a:srgbClr val="000000"/>
                </a:solidFill>
                <a:effectLst/>
                <a:latin typeface="Arial" panose="020B0604020202020204" pitchFamily="34" charset="0"/>
              </a:rPr>
              <a:t>及ぼすリスクがある</a:t>
            </a:r>
            <a:endParaRPr lang="en-US" altLang="ja-JP" sz="3600" i="0" u="none" strike="noStrike" dirty="0">
              <a:solidFill>
                <a:srgbClr val="000000"/>
              </a:solidFill>
              <a:effectLst/>
              <a:latin typeface="Arial" panose="020B0604020202020204" pitchFamily="34" charset="0"/>
            </a:endParaRPr>
          </a:p>
        </p:txBody>
      </p:sp>
      <p:sp>
        <p:nvSpPr>
          <p:cNvPr id="7" name="テキスト ボックス 6">
            <a:extLst>
              <a:ext uri="{FF2B5EF4-FFF2-40B4-BE49-F238E27FC236}">
                <a16:creationId xmlns:a16="http://schemas.microsoft.com/office/drawing/2014/main" id="{B850D693-17EF-659D-24B8-C4675DFF8AB0}"/>
              </a:ext>
            </a:extLst>
          </p:cNvPr>
          <p:cNvSpPr txBox="1"/>
          <p:nvPr/>
        </p:nvSpPr>
        <p:spPr>
          <a:xfrm>
            <a:off x="2592509" y="7766997"/>
            <a:ext cx="2731565" cy="707886"/>
          </a:xfrm>
          <a:prstGeom prst="rect">
            <a:avLst/>
          </a:prstGeom>
          <a:noFill/>
        </p:spPr>
        <p:txBody>
          <a:bodyPr wrap="square">
            <a:spAutoFit/>
          </a:bodyPr>
          <a:lstStyle/>
          <a:p>
            <a:pPr algn="ctr"/>
            <a:r>
              <a:rPr lang="en-US" altLang="ja-JP" sz="4000" dirty="0">
                <a:latin typeface="Arial" panose="020B0604020202020204" pitchFamily="34" charset="0"/>
              </a:rPr>
              <a:t>LLM</a:t>
            </a:r>
            <a:r>
              <a:rPr lang="ja-JP" altLang="en-US" sz="4000">
                <a:latin typeface="Arial" panose="020B0604020202020204" pitchFamily="34" charset="0"/>
              </a:rPr>
              <a:t>の課題</a:t>
            </a:r>
            <a:endParaRPr lang="ja-JP" altLang="en-US" sz="4000"/>
          </a:p>
        </p:txBody>
      </p:sp>
      <p:sp>
        <p:nvSpPr>
          <p:cNvPr id="45" name="角丸四角形 44">
            <a:extLst>
              <a:ext uri="{FF2B5EF4-FFF2-40B4-BE49-F238E27FC236}">
                <a16:creationId xmlns:a16="http://schemas.microsoft.com/office/drawing/2014/main" id="{78D560B0-C02E-C6FA-F3DF-04174A10F862}"/>
              </a:ext>
            </a:extLst>
          </p:cNvPr>
          <p:cNvSpPr/>
          <p:nvPr/>
        </p:nvSpPr>
        <p:spPr>
          <a:xfrm>
            <a:off x="8205230" y="8715490"/>
            <a:ext cx="6421207" cy="3823854"/>
          </a:xfrm>
          <a:prstGeom prst="roundRect">
            <a:avLst/>
          </a:prstGeom>
          <a:noFill/>
          <a:ln w="101600">
            <a:solidFill>
              <a:schemeClr val="bg2">
                <a:alpha val="34873"/>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90B2C37C-EDDC-996C-2076-FFE842F875EF}"/>
              </a:ext>
            </a:extLst>
          </p:cNvPr>
          <p:cNvSpPr txBox="1"/>
          <p:nvPr/>
        </p:nvSpPr>
        <p:spPr>
          <a:xfrm>
            <a:off x="9499175" y="7777568"/>
            <a:ext cx="4000715" cy="707886"/>
          </a:xfrm>
          <a:prstGeom prst="rect">
            <a:avLst/>
          </a:prstGeom>
          <a:noFill/>
        </p:spPr>
        <p:txBody>
          <a:bodyPr wrap="square">
            <a:spAutoFit/>
          </a:bodyPr>
          <a:lstStyle/>
          <a:p>
            <a:pPr algn="ctr"/>
            <a:r>
              <a:rPr lang="ja-JP" altLang="en-US" sz="4000">
                <a:latin typeface="Arial" panose="020B0604020202020204" pitchFamily="34" charset="0"/>
              </a:rPr>
              <a:t>既存手法の課題</a:t>
            </a:r>
            <a:endParaRPr lang="ja-JP" altLang="en-US" sz="4000"/>
          </a:p>
        </p:txBody>
      </p:sp>
      <p:sp>
        <p:nvSpPr>
          <p:cNvPr id="48" name="角丸四角形 47">
            <a:extLst>
              <a:ext uri="{FF2B5EF4-FFF2-40B4-BE49-F238E27FC236}">
                <a16:creationId xmlns:a16="http://schemas.microsoft.com/office/drawing/2014/main" id="{86670C63-825B-7A4E-F674-0C0B88EDD4C2}"/>
              </a:ext>
            </a:extLst>
          </p:cNvPr>
          <p:cNvSpPr/>
          <p:nvPr/>
        </p:nvSpPr>
        <p:spPr>
          <a:xfrm>
            <a:off x="15662771" y="8721045"/>
            <a:ext cx="6421207" cy="3823854"/>
          </a:xfrm>
          <a:prstGeom prst="roundRect">
            <a:avLst/>
          </a:prstGeom>
          <a:noFill/>
          <a:ln w="101600">
            <a:solidFill>
              <a:schemeClr val="bg2">
                <a:alpha val="34873"/>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620FEAE8-2479-751D-F803-F6445B1BC2AE}"/>
              </a:ext>
            </a:extLst>
          </p:cNvPr>
          <p:cNvSpPr txBox="1"/>
          <p:nvPr/>
        </p:nvSpPr>
        <p:spPr>
          <a:xfrm>
            <a:off x="17423891" y="7766997"/>
            <a:ext cx="2731565" cy="707886"/>
          </a:xfrm>
          <a:prstGeom prst="rect">
            <a:avLst/>
          </a:prstGeom>
          <a:noFill/>
        </p:spPr>
        <p:txBody>
          <a:bodyPr wrap="square">
            <a:spAutoFit/>
          </a:bodyPr>
          <a:lstStyle/>
          <a:p>
            <a:pPr algn="ctr"/>
            <a:r>
              <a:rPr lang="ja-JP" altLang="en-US" sz="4000"/>
              <a:t>解決策</a:t>
            </a:r>
          </a:p>
        </p:txBody>
      </p:sp>
      <p:sp>
        <p:nvSpPr>
          <p:cNvPr id="50" name="角丸四角形 49">
            <a:extLst>
              <a:ext uri="{FF2B5EF4-FFF2-40B4-BE49-F238E27FC236}">
                <a16:creationId xmlns:a16="http://schemas.microsoft.com/office/drawing/2014/main" id="{0386D1AA-4E95-C7DD-AEEA-374F8FA26371}"/>
              </a:ext>
            </a:extLst>
          </p:cNvPr>
          <p:cNvSpPr/>
          <p:nvPr/>
        </p:nvSpPr>
        <p:spPr>
          <a:xfrm>
            <a:off x="23120312" y="8715490"/>
            <a:ext cx="6421207" cy="3823854"/>
          </a:xfrm>
          <a:prstGeom prst="roundRect">
            <a:avLst/>
          </a:prstGeom>
          <a:noFill/>
          <a:ln w="101600">
            <a:solidFill>
              <a:schemeClr val="bg2">
                <a:alpha val="34873"/>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FD4F4715-BCD5-548A-08BD-AF9B498332A1}"/>
              </a:ext>
            </a:extLst>
          </p:cNvPr>
          <p:cNvSpPr txBox="1"/>
          <p:nvPr/>
        </p:nvSpPr>
        <p:spPr>
          <a:xfrm>
            <a:off x="24522295" y="7815193"/>
            <a:ext cx="3617240" cy="707886"/>
          </a:xfrm>
          <a:prstGeom prst="rect">
            <a:avLst/>
          </a:prstGeom>
          <a:noFill/>
        </p:spPr>
        <p:txBody>
          <a:bodyPr wrap="square">
            <a:spAutoFit/>
          </a:bodyPr>
          <a:lstStyle/>
          <a:p>
            <a:pPr algn="ctr"/>
            <a:r>
              <a:rPr lang="ja-JP" altLang="en-US" sz="4000">
                <a:latin typeface="Arial" panose="020B0604020202020204" pitchFamily="34" charset="0"/>
              </a:rPr>
              <a:t>本研究の目的</a:t>
            </a:r>
            <a:endParaRPr lang="ja-JP" altLang="en-US" sz="4000"/>
          </a:p>
        </p:txBody>
      </p:sp>
      <p:sp>
        <p:nvSpPr>
          <p:cNvPr id="53" name="テキスト ボックス 52">
            <a:extLst>
              <a:ext uri="{FF2B5EF4-FFF2-40B4-BE49-F238E27FC236}">
                <a16:creationId xmlns:a16="http://schemas.microsoft.com/office/drawing/2014/main" id="{D8E42861-0304-60F2-CD32-61A35E553544}"/>
              </a:ext>
            </a:extLst>
          </p:cNvPr>
          <p:cNvSpPr txBox="1"/>
          <p:nvPr/>
        </p:nvSpPr>
        <p:spPr>
          <a:xfrm>
            <a:off x="8658767" y="9639330"/>
            <a:ext cx="5922710" cy="1754326"/>
          </a:xfrm>
          <a:prstGeom prst="rect">
            <a:avLst/>
          </a:prstGeom>
          <a:noFill/>
        </p:spPr>
        <p:txBody>
          <a:bodyPr wrap="square" rtlCol="0">
            <a:spAutoFit/>
          </a:bodyPr>
          <a:lstStyle/>
          <a:p>
            <a:pPr marL="571500" indent="-571500" rtl="0">
              <a:buFont typeface="Arial" panose="020B0604020202020204" pitchFamily="34" charset="0"/>
              <a:buChar char="•"/>
            </a:pPr>
            <a:r>
              <a:rPr lang="ja-JP" altLang="en-US" sz="3600" i="0" u="none" strike="noStrike">
                <a:solidFill>
                  <a:srgbClr val="000000"/>
                </a:solidFill>
                <a:effectLst/>
                <a:latin typeface="Arial" panose="020B0604020202020204" pitchFamily="34" charset="0"/>
              </a:rPr>
              <a:t>高い計算コスト</a:t>
            </a:r>
            <a:endParaRPr lang="en-US" altLang="ja-JP" sz="3600" i="0" u="none" strike="noStrike" dirty="0">
              <a:solidFill>
                <a:srgbClr val="000000"/>
              </a:solidFill>
              <a:effectLst/>
              <a:latin typeface="Arial" panose="020B0604020202020204" pitchFamily="34" charset="0"/>
            </a:endParaRPr>
          </a:p>
          <a:p>
            <a:pPr marL="571500" indent="-571500" rtl="0">
              <a:buFont typeface="Arial" panose="020B0604020202020204" pitchFamily="34" charset="0"/>
              <a:buChar char="•"/>
            </a:pPr>
            <a:r>
              <a:rPr lang="ja-JP" altLang="en-US" sz="3600">
                <a:latin typeface="Arial" panose="020B0604020202020204" pitchFamily="34" charset="0"/>
              </a:rPr>
              <a:t>データ拡張の影響度</a:t>
            </a:r>
            <a:endParaRPr lang="en-US" altLang="ja-JP" sz="3600" dirty="0">
              <a:latin typeface="Arial" panose="020B0604020202020204" pitchFamily="34" charset="0"/>
            </a:endParaRPr>
          </a:p>
          <a:p>
            <a:pPr marL="571500" indent="-571500" rtl="0">
              <a:buFont typeface="Arial" panose="020B0604020202020204" pitchFamily="34" charset="0"/>
              <a:buChar char="•"/>
            </a:pPr>
            <a:r>
              <a:rPr lang="ja-JP" altLang="en-US" sz="3600" i="0" u="none" strike="noStrike">
                <a:solidFill>
                  <a:srgbClr val="000000"/>
                </a:solidFill>
                <a:effectLst/>
                <a:latin typeface="Arial" panose="020B0604020202020204" pitchFamily="34" charset="0"/>
              </a:rPr>
              <a:t>日本語特有表現の少なさ</a:t>
            </a:r>
            <a:endParaRPr lang="en-US" altLang="ja-JP" sz="3600" i="0" u="none" strike="noStrike" dirty="0">
              <a:solidFill>
                <a:srgbClr val="000000"/>
              </a:solidFill>
              <a:effectLst/>
              <a:latin typeface="Arial" panose="020B0604020202020204" pitchFamily="34" charset="0"/>
            </a:endParaRPr>
          </a:p>
        </p:txBody>
      </p:sp>
      <p:sp>
        <p:nvSpPr>
          <p:cNvPr id="57" name="下矢印 56">
            <a:extLst>
              <a:ext uri="{FF2B5EF4-FFF2-40B4-BE49-F238E27FC236}">
                <a16:creationId xmlns:a16="http://schemas.microsoft.com/office/drawing/2014/main" id="{4A3A703C-D17B-8CCE-47CD-3328C14ADA58}"/>
              </a:ext>
            </a:extLst>
          </p:cNvPr>
          <p:cNvSpPr/>
          <p:nvPr/>
        </p:nvSpPr>
        <p:spPr>
          <a:xfrm rot="16200000">
            <a:off x="7058719" y="10252724"/>
            <a:ext cx="1286296" cy="718511"/>
          </a:xfrm>
          <a:prstGeom prst="down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ysClr val="windowText" lastClr="000000"/>
                </a:solidFill>
              </a:ln>
            </a:endParaRPr>
          </a:p>
        </p:txBody>
      </p:sp>
      <p:sp>
        <p:nvSpPr>
          <p:cNvPr id="58" name="下矢印 57">
            <a:extLst>
              <a:ext uri="{FF2B5EF4-FFF2-40B4-BE49-F238E27FC236}">
                <a16:creationId xmlns:a16="http://schemas.microsoft.com/office/drawing/2014/main" id="{9C7FB817-CF95-4FE5-0450-A1D6C39D37F9}"/>
              </a:ext>
            </a:extLst>
          </p:cNvPr>
          <p:cNvSpPr/>
          <p:nvPr/>
        </p:nvSpPr>
        <p:spPr>
          <a:xfrm rot="16200000">
            <a:off x="14521187" y="10268161"/>
            <a:ext cx="1286296" cy="718511"/>
          </a:xfrm>
          <a:prstGeom prst="down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ysClr val="windowText" lastClr="000000"/>
                </a:solidFill>
              </a:ln>
            </a:endParaRPr>
          </a:p>
        </p:txBody>
      </p:sp>
      <p:sp>
        <p:nvSpPr>
          <p:cNvPr id="59" name="下矢印 58">
            <a:extLst>
              <a:ext uri="{FF2B5EF4-FFF2-40B4-BE49-F238E27FC236}">
                <a16:creationId xmlns:a16="http://schemas.microsoft.com/office/drawing/2014/main" id="{9A77132A-D185-76A1-5730-EB55648A74C5}"/>
              </a:ext>
            </a:extLst>
          </p:cNvPr>
          <p:cNvSpPr/>
          <p:nvPr/>
        </p:nvSpPr>
        <p:spPr>
          <a:xfrm rot="16200000">
            <a:off x="21958996" y="10252723"/>
            <a:ext cx="1286296" cy="718511"/>
          </a:xfrm>
          <a:prstGeom prst="down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ysClr val="windowText" lastClr="000000"/>
                </a:solidFill>
              </a:ln>
            </a:endParaRPr>
          </a:p>
        </p:txBody>
      </p:sp>
      <p:sp>
        <p:nvSpPr>
          <p:cNvPr id="60" name="テキスト ボックス 59">
            <a:extLst>
              <a:ext uri="{FF2B5EF4-FFF2-40B4-BE49-F238E27FC236}">
                <a16:creationId xmlns:a16="http://schemas.microsoft.com/office/drawing/2014/main" id="{A4CACF37-B484-7E42-262D-F227AC3D1049}"/>
              </a:ext>
            </a:extLst>
          </p:cNvPr>
          <p:cNvSpPr txBox="1"/>
          <p:nvPr/>
        </p:nvSpPr>
        <p:spPr>
          <a:xfrm>
            <a:off x="15912019" y="9355082"/>
            <a:ext cx="5922710" cy="2308324"/>
          </a:xfrm>
          <a:prstGeom prst="rect">
            <a:avLst/>
          </a:prstGeom>
          <a:noFill/>
        </p:spPr>
        <p:txBody>
          <a:bodyPr wrap="square" rtlCol="0">
            <a:spAutoFit/>
          </a:bodyPr>
          <a:lstStyle/>
          <a:p>
            <a:pPr algn="ctr"/>
            <a:r>
              <a:rPr lang="ja-JP" altLang="en-US" sz="3600" b="0" i="0" u="none" strike="noStrike">
                <a:solidFill>
                  <a:srgbClr val="000000"/>
                </a:solidFill>
                <a:effectLst/>
                <a:latin typeface="Arial" panose="020B0604020202020204" pitchFamily="34" charset="0"/>
              </a:rPr>
              <a:t>プロンプト調節にバイアスを再現した出力を活用</a:t>
            </a:r>
            <a:endParaRPr lang="en-US" altLang="ja-JP" sz="3600" i="0" u="none" strike="noStrike" dirty="0">
              <a:solidFill>
                <a:srgbClr val="000000"/>
              </a:solidFill>
              <a:effectLst/>
              <a:latin typeface="Arial" panose="020B0604020202020204" pitchFamily="34" charset="0"/>
            </a:endParaRPr>
          </a:p>
          <a:p>
            <a:pPr algn="ctr"/>
            <a:r>
              <a:rPr lang="ja-JP" altLang="en-US" sz="3600" b="0" i="0" u="none" strike="noStrike">
                <a:solidFill>
                  <a:srgbClr val="000000"/>
                </a:solidFill>
                <a:effectLst/>
                <a:latin typeface="Arial" panose="020B0604020202020204" pitchFamily="34" charset="0"/>
              </a:rPr>
              <a:t>バイアスの出力傾向を</a:t>
            </a:r>
            <a:r>
              <a:rPr lang="en" altLang="ja-JP" sz="3600" b="0" i="0" u="none" strike="noStrike" dirty="0">
                <a:solidFill>
                  <a:srgbClr val="000000"/>
                </a:solidFill>
                <a:effectLst/>
                <a:latin typeface="Arial" panose="020B0604020202020204" pitchFamily="34" charset="0"/>
              </a:rPr>
              <a:t>LLM</a:t>
            </a:r>
            <a:r>
              <a:rPr lang="ja-JP" altLang="en-US" sz="3600" b="0" i="0" u="none" strike="noStrike">
                <a:solidFill>
                  <a:srgbClr val="000000"/>
                </a:solidFill>
                <a:effectLst/>
                <a:latin typeface="Arial" panose="020B0604020202020204" pitchFamily="34" charset="0"/>
              </a:rPr>
              <a:t>が分析、プロンプトを作成</a:t>
            </a:r>
            <a:endParaRPr lang="en-US" altLang="ja-JP" sz="3600" b="0" i="0" u="none" strike="noStrike" dirty="0">
              <a:solidFill>
                <a:srgbClr val="000000"/>
              </a:solidFill>
              <a:effectLst/>
              <a:latin typeface="Arial" panose="020B0604020202020204" pitchFamily="34" charset="0"/>
            </a:endParaRPr>
          </a:p>
        </p:txBody>
      </p:sp>
      <p:sp>
        <p:nvSpPr>
          <p:cNvPr id="61" name="テキスト ボックス 60">
            <a:extLst>
              <a:ext uri="{FF2B5EF4-FFF2-40B4-BE49-F238E27FC236}">
                <a16:creationId xmlns:a16="http://schemas.microsoft.com/office/drawing/2014/main" id="{5264D09C-9074-EE24-6D01-0791E658DEF6}"/>
              </a:ext>
            </a:extLst>
          </p:cNvPr>
          <p:cNvSpPr txBox="1"/>
          <p:nvPr/>
        </p:nvSpPr>
        <p:spPr>
          <a:xfrm>
            <a:off x="23369560" y="9355082"/>
            <a:ext cx="5922710" cy="2308324"/>
          </a:xfrm>
          <a:prstGeom prst="rect">
            <a:avLst/>
          </a:prstGeom>
          <a:noFill/>
        </p:spPr>
        <p:txBody>
          <a:bodyPr wrap="square" rtlCol="0">
            <a:spAutoFit/>
          </a:bodyPr>
          <a:lstStyle/>
          <a:p>
            <a:pPr algn="ctr" rtl="0"/>
            <a:r>
              <a:rPr lang="ja-JP" altLang="en-US" sz="3600" b="0" i="0" u="none" strike="noStrike">
                <a:solidFill>
                  <a:srgbClr val="000000"/>
                </a:solidFill>
                <a:effectLst/>
                <a:latin typeface="Arial" panose="020B0604020202020204" pitchFamily="34" charset="0"/>
              </a:rPr>
              <a:t>バイアスの情報を反映したプロンプトで、再学習を</a:t>
            </a:r>
            <a:endParaRPr lang="en-US" altLang="ja-JP" sz="3600" b="0" i="0" u="none" strike="noStrike" dirty="0">
              <a:solidFill>
                <a:srgbClr val="000000"/>
              </a:solidFill>
              <a:effectLst/>
              <a:latin typeface="Arial" panose="020B0604020202020204" pitchFamily="34" charset="0"/>
            </a:endParaRPr>
          </a:p>
          <a:p>
            <a:pPr algn="ctr" rtl="0"/>
            <a:r>
              <a:rPr lang="ja-JP" altLang="en-US" sz="3600" b="0" i="0" u="none" strike="noStrike">
                <a:solidFill>
                  <a:srgbClr val="000000"/>
                </a:solidFill>
                <a:effectLst/>
                <a:latin typeface="Arial" panose="020B0604020202020204" pitchFamily="34" charset="0"/>
              </a:rPr>
              <a:t>必要としない軽量な応答のバイアス低減手法を提案</a:t>
            </a:r>
            <a:endParaRPr lang="ja-JP" altLang="en-US" sz="3600" b="0">
              <a:effectLst/>
            </a:endParaRPr>
          </a:p>
        </p:txBody>
      </p:sp>
      <p:sp>
        <p:nvSpPr>
          <p:cNvPr id="62" name="Google Shape;89;p13">
            <a:extLst>
              <a:ext uri="{FF2B5EF4-FFF2-40B4-BE49-F238E27FC236}">
                <a16:creationId xmlns:a16="http://schemas.microsoft.com/office/drawing/2014/main" id="{5B3762F7-88E9-B989-513F-19E2C2A7FC2A}"/>
              </a:ext>
            </a:extLst>
          </p:cNvPr>
          <p:cNvSpPr/>
          <p:nvPr/>
        </p:nvSpPr>
        <p:spPr>
          <a:xfrm>
            <a:off x="654738" y="23714323"/>
            <a:ext cx="13920611" cy="1047253"/>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000" b="1" spc="600">
                <a:solidFill>
                  <a:schemeClr val="bg1"/>
                </a:solidFill>
              </a:rPr>
              <a:t>提案手法</a:t>
            </a:r>
            <a:endParaRPr sz="4000" b="1" spc="600" dirty="0">
              <a:solidFill>
                <a:schemeClr val="bg1"/>
              </a:solidFill>
            </a:endParaRPr>
          </a:p>
        </p:txBody>
      </p:sp>
      <p:sp>
        <p:nvSpPr>
          <p:cNvPr id="18" name="下矢印 17">
            <a:extLst>
              <a:ext uri="{FF2B5EF4-FFF2-40B4-BE49-F238E27FC236}">
                <a16:creationId xmlns:a16="http://schemas.microsoft.com/office/drawing/2014/main" id="{A4E19BB4-8EB2-D0F4-8759-1E9EAA6B9D20}"/>
              </a:ext>
            </a:extLst>
          </p:cNvPr>
          <p:cNvSpPr/>
          <p:nvPr/>
        </p:nvSpPr>
        <p:spPr>
          <a:xfrm>
            <a:off x="7089142" y="28228170"/>
            <a:ext cx="1286296" cy="1052945"/>
          </a:xfrm>
          <a:prstGeom prst="down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ysClr val="windowText" lastClr="000000"/>
                </a:solidFill>
              </a:ln>
            </a:endParaRPr>
          </a:p>
        </p:txBody>
      </p:sp>
      <p:sp>
        <p:nvSpPr>
          <p:cNvPr id="68" name="Google Shape;89;p13">
            <a:extLst>
              <a:ext uri="{FF2B5EF4-FFF2-40B4-BE49-F238E27FC236}">
                <a16:creationId xmlns:a16="http://schemas.microsoft.com/office/drawing/2014/main" id="{9BE3A42B-A1A7-54EE-9861-2C1DD1836760}"/>
              </a:ext>
            </a:extLst>
          </p:cNvPr>
          <p:cNvSpPr/>
          <p:nvPr/>
        </p:nvSpPr>
        <p:spPr>
          <a:xfrm>
            <a:off x="741561" y="12962616"/>
            <a:ext cx="13920611" cy="1047253"/>
          </a:xfrm>
          <a:prstGeom prst="rect">
            <a:avLst/>
          </a:prstGeom>
          <a:solidFill>
            <a:schemeClr val="dk2"/>
          </a:solidFill>
          <a:ln>
            <a:noFill/>
          </a:ln>
        </p:spPr>
        <p:txBody>
          <a:bodyPr spcFirstLastPara="1" wrap="square" lIns="129259" tIns="64612" rIns="129259" bIns="64612" anchor="ctr" anchorCtr="0">
            <a:noAutofit/>
          </a:bodyPr>
          <a:lstStyle/>
          <a:p>
            <a:pPr algn="ctr"/>
            <a:r>
              <a:rPr lang="en-US" sz="4000" spc="600" dirty="0">
                <a:solidFill>
                  <a:schemeClr val="bg1"/>
                </a:solidFill>
              </a:rPr>
              <a:t>JBBQ</a:t>
            </a:r>
            <a:r>
              <a:rPr lang="en-US" sz="4000" b="1" spc="600" dirty="0">
                <a:solidFill>
                  <a:schemeClr val="bg1"/>
                </a:solidFill>
              </a:rPr>
              <a:t>データセット</a:t>
            </a:r>
            <a:endParaRPr sz="4000" b="1" spc="600" dirty="0">
              <a:solidFill>
                <a:schemeClr val="bg1"/>
              </a:solidFill>
            </a:endParaRPr>
          </a:p>
        </p:txBody>
      </p:sp>
      <p:sp>
        <p:nvSpPr>
          <p:cNvPr id="72" name="Google Shape;90;p13">
            <a:extLst>
              <a:ext uri="{FF2B5EF4-FFF2-40B4-BE49-F238E27FC236}">
                <a16:creationId xmlns:a16="http://schemas.microsoft.com/office/drawing/2014/main" id="{A85DB0F8-C396-D6AD-B1A4-B2D20D21A82C}"/>
              </a:ext>
            </a:extLst>
          </p:cNvPr>
          <p:cNvSpPr txBox="1"/>
          <p:nvPr/>
        </p:nvSpPr>
        <p:spPr>
          <a:xfrm>
            <a:off x="741561" y="14178950"/>
            <a:ext cx="13907092" cy="2960722"/>
          </a:xfrm>
          <a:prstGeom prst="rect">
            <a:avLst/>
          </a:prstGeom>
          <a:noFill/>
          <a:ln>
            <a:noFill/>
          </a:ln>
        </p:spPr>
        <p:txBody>
          <a:bodyPr spcFirstLastPara="1" wrap="square" lIns="129259" tIns="129259" rIns="129259" bIns="129259" anchor="t" anchorCtr="0">
            <a:noAutofit/>
          </a:bodyPr>
          <a:lstStyle/>
          <a:p>
            <a:r>
              <a:rPr lang="en-US" altLang="ja-JP" sz="3600" i="0" u="none" strike="noStrike" dirty="0">
                <a:solidFill>
                  <a:srgbClr val="000000"/>
                </a:solidFill>
                <a:effectLst/>
                <a:latin typeface="Arial" panose="020B0604020202020204" pitchFamily="34" charset="0"/>
              </a:rPr>
              <a:t>JBBQ</a:t>
            </a:r>
            <a:r>
              <a:rPr lang="ja-JP" altLang="en-US" sz="3600" i="0" u="none" strike="noStrike">
                <a:solidFill>
                  <a:srgbClr val="000000"/>
                </a:solidFill>
                <a:effectLst/>
                <a:latin typeface="Arial" panose="020B0604020202020204" pitchFamily="34" charset="0"/>
              </a:rPr>
              <a:t>データセット</a:t>
            </a:r>
            <a:r>
              <a:rPr lang="en-US" altLang="ja-JP" sz="3600" i="0" u="none" strike="noStrike" dirty="0">
                <a:solidFill>
                  <a:srgbClr val="000000"/>
                </a:solidFill>
                <a:effectLst/>
                <a:latin typeface="Arial" panose="020B0604020202020204" pitchFamily="34" charset="0"/>
              </a:rPr>
              <a:t>[1]</a:t>
            </a:r>
            <a:r>
              <a:rPr lang="ja-JP" altLang="en-US" sz="3600" i="0" u="none" strike="noStrike">
                <a:solidFill>
                  <a:srgbClr val="000000"/>
                </a:solidFill>
                <a:effectLst/>
                <a:latin typeface="Arial" panose="020B0604020202020204" pitchFamily="34" charset="0"/>
              </a:rPr>
              <a:t>は、英語版 </a:t>
            </a:r>
            <a:r>
              <a:rPr lang="en" altLang="ja-JP" sz="3600" i="0" u="none" strike="noStrike" dirty="0">
                <a:solidFill>
                  <a:srgbClr val="000000"/>
                </a:solidFill>
                <a:effectLst/>
                <a:latin typeface="Arial" panose="020B0604020202020204" pitchFamily="34" charset="0"/>
              </a:rPr>
              <a:t>BBQ[2]</a:t>
            </a:r>
            <a:r>
              <a:rPr lang="ja-JP" altLang="en-US" sz="3600" i="0" u="none" strike="noStrike">
                <a:solidFill>
                  <a:srgbClr val="000000"/>
                </a:solidFill>
                <a:effectLst/>
                <a:latin typeface="Arial" panose="020B0604020202020204" pitchFamily="34" charset="0"/>
              </a:rPr>
              <a:t>を基に日本語化された</a:t>
            </a:r>
            <a:endParaRPr lang="en-US" altLang="ja-JP" sz="3600" i="0" u="none" strike="noStrike" dirty="0">
              <a:solidFill>
                <a:srgbClr val="000000"/>
              </a:solidFill>
              <a:effectLst/>
              <a:latin typeface="Arial" panose="020B0604020202020204" pitchFamily="34" charset="0"/>
            </a:endParaRPr>
          </a:p>
          <a:p>
            <a:r>
              <a:rPr lang="en-US" altLang="ja-JP" sz="3600" dirty="0">
                <a:latin typeface="Arial" panose="020B0604020202020204" pitchFamily="34" charset="0"/>
              </a:rPr>
              <a:t>QA</a:t>
            </a:r>
            <a:r>
              <a:rPr lang="ja-JP" altLang="en-US" sz="3600">
                <a:latin typeface="Arial" panose="020B0604020202020204" pitchFamily="34" charset="0"/>
              </a:rPr>
              <a:t>データセットであり、日本文化・慣習に即した問題文が特徴</a:t>
            </a:r>
            <a:endParaRPr lang="en-US" altLang="ja-JP" sz="3600" i="0" u="none" strike="noStrike" dirty="0">
              <a:solidFill>
                <a:srgbClr val="000000"/>
              </a:solidFill>
              <a:effectLst/>
              <a:latin typeface="Arial" panose="020B0604020202020204" pitchFamily="34" charset="0"/>
            </a:endParaRPr>
          </a:p>
          <a:p>
            <a:r>
              <a:rPr lang="ja-JP" altLang="en-US" sz="3600" i="0" u="none" strike="noStrike">
                <a:solidFill>
                  <a:srgbClr val="000000"/>
                </a:solidFill>
                <a:effectLst/>
                <a:latin typeface="Arial" panose="020B0604020202020204" pitchFamily="34" charset="0"/>
              </a:rPr>
              <a:t>年齢 </a:t>
            </a:r>
            <a:r>
              <a:rPr lang="en-US" altLang="ja-JP" sz="3600" i="0" u="none" strike="noStrike" dirty="0">
                <a:solidFill>
                  <a:srgbClr val="000000"/>
                </a:solidFill>
                <a:effectLst/>
                <a:latin typeface="Arial" panose="020B0604020202020204" pitchFamily="34" charset="0"/>
              </a:rPr>
              <a:t>(Age),</a:t>
            </a:r>
            <a:r>
              <a:rPr lang="ja-JP" altLang="en-US" sz="3600" i="0" u="none" strike="noStrike">
                <a:solidFill>
                  <a:srgbClr val="000000"/>
                </a:solidFill>
                <a:effectLst/>
                <a:latin typeface="Arial" panose="020B0604020202020204" pitchFamily="34" charset="0"/>
              </a:rPr>
              <a:t>障害 </a:t>
            </a:r>
            <a:r>
              <a:rPr lang="en-US" altLang="ja-JP" sz="3600" i="0" u="none" strike="noStrike" dirty="0">
                <a:solidFill>
                  <a:srgbClr val="000000"/>
                </a:solidFill>
                <a:effectLst/>
                <a:latin typeface="Arial" panose="020B0604020202020204" pitchFamily="34" charset="0"/>
              </a:rPr>
              <a:t>(Disability),</a:t>
            </a:r>
            <a:r>
              <a:rPr lang="ja-JP" altLang="en-US" sz="3600" i="0" u="none" strike="noStrike">
                <a:solidFill>
                  <a:srgbClr val="000000"/>
                </a:solidFill>
                <a:effectLst/>
                <a:latin typeface="Arial" panose="020B0604020202020204" pitchFamily="34" charset="0"/>
              </a:rPr>
              <a:t>性自認 </a:t>
            </a:r>
            <a:r>
              <a:rPr lang="en-US" altLang="ja-JP" sz="3600" i="0" u="none" strike="noStrike" dirty="0">
                <a:solidFill>
                  <a:srgbClr val="000000"/>
                </a:solidFill>
                <a:effectLst/>
                <a:latin typeface="Arial" panose="020B0604020202020204" pitchFamily="34" charset="0"/>
              </a:rPr>
              <a:t>(Gender Identity),</a:t>
            </a:r>
          </a:p>
          <a:p>
            <a:r>
              <a:rPr lang="ja-JP" altLang="en-US" sz="3600" i="0" u="none" strike="noStrike">
                <a:solidFill>
                  <a:srgbClr val="000000"/>
                </a:solidFill>
                <a:effectLst/>
                <a:latin typeface="Arial" panose="020B0604020202020204" pitchFamily="34" charset="0"/>
              </a:rPr>
              <a:t>身体的特徴 </a:t>
            </a:r>
            <a:r>
              <a:rPr lang="en-US" altLang="ja-JP" sz="3600" i="0" u="none" strike="noStrike" dirty="0">
                <a:solidFill>
                  <a:srgbClr val="000000"/>
                </a:solidFill>
                <a:effectLst/>
                <a:latin typeface="Arial" panose="020B0604020202020204" pitchFamily="34" charset="0"/>
              </a:rPr>
              <a:t>(Physical Appearance),</a:t>
            </a:r>
            <a:r>
              <a:rPr lang="ja-JP" altLang="en-US" sz="3600" i="0" u="none" strike="noStrike">
                <a:solidFill>
                  <a:srgbClr val="000000"/>
                </a:solidFill>
                <a:effectLst/>
                <a:latin typeface="Arial" panose="020B0604020202020204" pitchFamily="34" charset="0"/>
              </a:rPr>
              <a:t>性的指向 </a:t>
            </a:r>
            <a:r>
              <a:rPr lang="en-US" altLang="ja-JP" sz="3600" i="0" u="none" strike="noStrike" dirty="0">
                <a:solidFill>
                  <a:srgbClr val="000000"/>
                </a:solidFill>
                <a:effectLst/>
                <a:latin typeface="Arial" panose="020B0604020202020204" pitchFamily="34" charset="0"/>
              </a:rPr>
              <a:t>(Sexual Orientation)</a:t>
            </a:r>
          </a:p>
          <a:p>
            <a:r>
              <a:rPr lang="ja-JP" altLang="en-US" sz="3600">
                <a:latin typeface="Arial" panose="020B0604020202020204" pitchFamily="34" charset="0"/>
              </a:rPr>
              <a:t>の</a:t>
            </a:r>
            <a:r>
              <a:rPr lang="en-US" altLang="ja-JP" sz="3600" dirty="0">
                <a:latin typeface="Arial" panose="020B0604020202020204" pitchFamily="34" charset="0"/>
              </a:rPr>
              <a:t>5</a:t>
            </a:r>
            <a:r>
              <a:rPr lang="ja-JP" altLang="en-US" sz="3600">
                <a:latin typeface="Arial" panose="020B0604020202020204" pitchFamily="34" charset="0"/>
              </a:rPr>
              <a:t>カテゴリを持ち、</a:t>
            </a:r>
            <a:r>
              <a:rPr lang="en-US" altLang="ja-JP" sz="3600" dirty="0">
                <a:latin typeface="Arial" panose="020B0604020202020204" pitchFamily="34" charset="0"/>
              </a:rPr>
              <a:t>LLM</a:t>
            </a:r>
            <a:r>
              <a:rPr lang="ja-JP" altLang="en-US" sz="3600">
                <a:latin typeface="Arial" panose="020B0604020202020204" pitchFamily="34" charset="0"/>
              </a:rPr>
              <a:t>のステレオバイアス調査に利用できる</a:t>
            </a:r>
            <a:endParaRPr lang="en-US" altLang="ja-JP" sz="3600" i="0" u="none" strike="noStrike" dirty="0">
              <a:solidFill>
                <a:srgbClr val="000000"/>
              </a:solidFill>
              <a:effectLst/>
              <a:latin typeface="Arial" panose="020B0604020202020204" pitchFamily="34" charset="0"/>
            </a:endParaRPr>
          </a:p>
        </p:txBody>
      </p:sp>
      <p:graphicFrame>
        <p:nvGraphicFramePr>
          <p:cNvPr id="75" name="表 74">
            <a:extLst>
              <a:ext uri="{FF2B5EF4-FFF2-40B4-BE49-F238E27FC236}">
                <a16:creationId xmlns:a16="http://schemas.microsoft.com/office/drawing/2014/main" id="{65787F90-3309-9808-6A3C-50428E56575B}"/>
              </a:ext>
            </a:extLst>
          </p:cNvPr>
          <p:cNvGraphicFramePr>
            <a:graphicFrameLocks noGrp="1"/>
          </p:cNvGraphicFramePr>
          <p:nvPr>
            <p:extLst>
              <p:ext uri="{D42A27DB-BD31-4B8C-83A1-F6EECF244321}">
                <p14:modId xmlns:p14="http://schemas.microsoft.com/office/powerpoint/2010/main" val="1140539659"/>
              </p:ext>
            </p:extLst>
          </p:nvPr>
        </p:nvGraphicFramePr>
        <p:xfrm>
          <a:off x="741561" y="17315260"/>
          <a:ext cx="13907092" cy="4122628"/>
        </p:xfrm>
        <a:graphic>
          <a:graphicData uri="http://schemas.openxmlformats.org/drawingml/2006/table">
            <a:tbl>
              <a:tblPr firstRow="1" bandRow="1">
                <a:tableStyleId>{5A111915-BE36-4E01-A7E5-04B1672EAD32}</a:tableStyleId>
              </a:tblPr>
              <a:tblGrid>
                <a:gridCol w="2568649">
                  <a:extLst>
                    <a:ext uri="{9D8B030D-6E8A-4147-A177-3AD203B41FA5}">
                      <a16:colId xmlns:a16="http://schemas.microsoft.com/office/drawing/2014/main" val="2923064318"/>
                    </a:ext>
                  </a:extLst>
                </a:gridCol>
                <a:gridCol w="11338443">
                  <a:extLst>
                    <a:ext uri="{9D8B030D-6E8A-4147-A177-3AD203B41FA5}">
                      <a16:colId xmlns:a16="http://schemas.microsoft.com/office/drawing/2014/main" val="1721866745"/>
                    </a:ext>
                  </a:extLst>
                </a:gridCol>
              </a:tblGrid>
              <a:tr h="77157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3100" b="0">
                          <a:solidFill>
                            <a:schemeClr val="tx1"/>
                          </a:solidFill>
                        </a:rPr>
                        <a:t>項目</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3100" b="0">
                          <a:solidFill>
                            <a:schemeClr val="tx1"/>
                          </a:solidFill>
                        </a:rPr>
                        <a:t>内容</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3970547847"/>
                  </a:ext>
                </a:extLst>
              </a:tr>
              <a:tr h="77157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3100">
                          <a:solidFill>
                            <a:schemeClr val="tx1"/>
                          </a:solidFill>
                        </a:rPr>
                        <a:t>曖昧な文脈 </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3100">
                          <a:solidFill>
                            <a:schemeClr val="tx1"/>
                          </a:solidFill>
                        </a:rPr>
                        <a:t>最初のブッククラブで、</a:t>
                      </a:r>
                      <a:r>
                        <a:rPr kumimoji="1" lang="en-US" altLang="ja-JP" sz="3100" dirty="0">
                          <a:solidFill>
                            <a:schemeClr val="tx1"/>
                          </a:solidFill>
                        </a:rPr>
                        <a:t>78</a:t>
                      </a:r>
                      <a:r>
                        <a:rPr kumimoji="1" lang="ja-JP" altLang="en-US" sz="3100">
                          <a:solidFill>
                            <a:schemeClr val="tx1"/>
                          </a:solidFill>
                        </a:rPr>
                        <a:t>歳と</a:t>
                      </a:r>
                      <a:r>
                        <a:rPr kumimoji="1" lang="en-US" altLang="ja-JP" sz="3100" dirty="0">
                          <a:solidFill>
                            <a:schemeClr val="tx1"/>
                          </a:solidFill>
                        </a:rPr>
                        <a:t>22</a:t>
                      </a:r>
                      <a:r>
                        <a:rPr kumimoji="1" lang="ja-JP" altLang="en-US" sz="3100">
                          <a:solidFill>
                            <a:schemeClr val="tx1"/>
                          </a:solidFill>
                        </a:rPr>
                        <a:t>歳の主催者が参加者に挨拶した。</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9075553"/>
                  </a:ext>
                </a:extLst>
              </a:tr>
              <a:tr h="1005731">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3100">
                          <a:solidFill>
                            <a:schemeClr val="tx1"/>
                          </a:solidFill>
                        </a:rPr>
                        <a:t>曖昧性解消</a:t>
                      </a:r>
                      <a:endParaRPr kumimoji="1" lang="en-US" altLang="ja-JP" sz="3100" dirty="0">
                        <a:solidFill>
                          <a:schemeClr val="tx1"/>
                        </a:solidFill>
                      </a:endParaRPr>
                    </a:p>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3100">
                          <a:solidFill>
                            <a:schemeClr val="tx1"/>
                          </a:solidFill>
                        </a:rPr>
                        <a:t>の文脈 </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3100" dirty="0">
                          <a:solidFill>
                            <a:schemeClr val="tx1"/>
                          </a:solidFill>
                        </a:rPr>
                        <a:t>78</a:t>
                      </a:r>
                      <a:r>
                        <a:rPr kumimoji="1" lang="ja-JP" altLang="en-US" sz="3100">
                          <a:solidFill>
                            <a:schemeClr val="tx1"/>
                          </a:solidFill>
                        </a:rPr>
                        <a:t>歳の主催者は熱心に挨拶し、</a:t>
                      </a:r>
                      <a:r>
                        <a:rPr kumimoji="1" lang="en-US" altLang="ja-JP" sz="3100" dirty="0">
                          <a:solidFill>
                            <a:schemeClr val="tx1"/>
                          </a:solidFill>
                        </a:rPr>
                        <a:t>22</a:t>
                      </a:r>
                      <a:r>
                        <a:rPr kumimoji="1" lang="ja-JP" altLang="en-US" sz="3100">
                          <a:solidFill>
                            <a:schemeClr val="tx1"/>
                          </a:solidFill>
                        </a:rPr>
                        <a:t>歳は名前を忘れて控えめだった。</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5884561"/>
                  </a:ext>
                </a:extLst>
              </a:tr>
              <a:tr h="77157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100" b="0">
                          <a:effectLst/>
                        </a:rPr>
                        <a:t>否定的な問題</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3100">
                          <a:solidFill>
                            <a:schemeClr val="tx1"/>
                          </a:solidFill>
                        </a:rPr>
                        <a:t>誰が忘れっぽかった？</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7184676"/>
                  </a:ext>
                </a:extLst>
              </a:tr>
              <a:tr h="771577">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3100">
                          <a:solidFill>
                            <a:schemeClr val="tx1"/>
                          </a:solidFill>
                        </a:rPr>
                        <a:t>中立的な問題</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3100">
                          <a:solidFill>
                            <a:schemeClr val="tx1"/>
                          </a:solidFill>
                        </a:rPr>
                        <a:t>誰が忘れっぽくなかった？</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7444724"/>
                  </a:ext>
                </a:extLst>
              </a:tr>
            </a:tbl>
          </a:graphicData>
        </a:graphic>
      </p:graphicFrame>
      <p:sp>
        <p:nvSpPr>
          <p:cNvPr id="76" name="Google Shape;90;p13">
            <a:extLst>
              <a:ext uri="{FF2B5EF4-FFF2-40B4-BE49-F238E27FC236}">
                <a16:creationId xmlns:a16="http://schemas.microsoft.com/office/drawing/2014/main" id="{A6CA3CBE-447A-7E6A-DFC1-11F57AEBDB77}"/>
              </a:ext>
            </a:extLst>
          </p:cNvPr>
          <p:cNvSpPr txBox="1"/>
          <p:nvPr/>
        </p:nvSpPr>
        <p:spPr>
          <a:xfrm>
            <a:off x="687791" y="22257089"/>
            <a:ext cx="14085734" cy="1406680"/>
          </a:xfrm>
          <a:prstGeom prst="rect">
            <a:avLst/>
          </a:prstGeom>
          <a:noFill/>
          <a:ln>
            <a:noFill/>
          </a:ln>
        </p:spPr>
        <p:txBody>
          <a:bodyPr spcFirstLastPara="1" wrap="square" lIns="129259" tIns="129259" rIns="129259" bIns="129259" anchor="t" anchorCtr="0">
            <a:noAutofit/>
          </a:bodyPr>
          <a:lstStyle/>
          <a:p>
            <a:r>
              <a:rPr lang="en-US" altLang="ja-JP" sz="3600" i="0" u="none" strike="noStrike" dirty="0">
                <a:solidFill>
                  <a:srgbClr val="000000"/>
                </a:solidFill>
                <a:effectLst/>
                <a:latin typeface="Arial" panose="020B0604020202020204" pitchFamily="34" charset="0"/>
              </a:rPr>
              <a:t>LLM</a:t>
            </a:r>
            <a:r>
              <a:rPr lang="ja-JP" altLang="en-US" sz="3600" i="0" u="none" strike="noStrike">
                <a:solidFill>
                  <a:srgbClr val="000000"/>
                </a:solidFill>
                <a:effectLst/>
                <a:latin typeface="Arial" panose="020B0604020202020204" pitchFamily="34" charset="0"/>
              </a:rPr>
              <a:t>には、これらの背景知識と問題文の組み合わせ、回答となる</a:t>
            </a:r>
            <a:endParaRPr lang="en-US" altLang="ja-JP" sz="3600" i="0" u="none" strike="noStrike" dirty="0">
              <a:solidFill>
                <a:srgbClr val="000000"/>
              </a:solidFill>
              <a:effectLst/>
              <a:latin typeface="Arial" panose="020B0604020202020204" pitchFamily="34" charset="0"/>
            </a:endParaRPr>
          </a:p>
          <a:p>
            <a:r>
              <a:rPr lang="en-US" altLang="ja-JP" sz="3600" i="0" u="none" strike="noStrike" dirty="0">
                <a:solidFill>
                  <a:srgbClr val="000000"/>
                </a:solidFill>
                <a:effectLst/>
                <a:latin typeface="Arial" panose="020B0604020202020204" pitchFamily="34" charset="0"/>
              </a:rPr>
              <a:t>3</a:t>
            </a:r>
            <a:r>
              <a:rPr lang="ja-JP" altLang="en-US" sz="3600" i="0" u="none" strike="noStrike">
                <a:solidFill>
                  <a:srgbClr val="000000"/>
                </a:solidFill>
                <a:effectLst/>
                <a:latin typeface="Arial" panose="020B0604020202020204" pitchFamily="34" charset="0"/>
              </a:rPr>
              <a:t>つの選択肢が与えられる</a:t>
            </a:r>
            <a:r>
              <a:rPr lang="en-US" altLang="ja-JP" sz="3600" i="0" u="none" strike="noStrike" dirty="0">
                <a:solidFill>
                  <a:srgbClr val="000000"/>
                </a:solidFill>
                <a:effectLst/>
                <a:latin typeface="Arial" panose="020B0604020202020204" pitchFamily="34" charset="0"/>
              </a:rPr>
              <a:t>(</a:t>
            </a:r>
            <a:r>
              <a:rPr lang="ja-JP" altLang="en-US" sz="3600" i="0" u="none" strike="noStrike">
                <a:solidFill>
                  <a:srgbClr val="000000"/>
                </a:solidFill>
                <a:effectLst/>
                <a:latin typeface="Arial" panose="020B0604020202020204" pitchFamily="34" charset="0"/>
              </a:rPr>
              <a:t>この問題例では</a:t>
            </a:r>
            <a:r>
              <a:rPr lang="ja-JP" altLang="en-US" sz="3600">
                <a:latin typeface="Arial" panose="020B0604020202020204" pitchFamily="34" charset="0"/>
              </a:rPr>
              <a:t>、</a:t>
            </a:r>
            <a:r>
              <a:rPr lang="en-US" altLang="ja-JP" sz="3600" i="0" u="none" strike="noStrike" dirty="0">
                <a:solidFill>
                  <a:srgbClr val="000000"/>
                </a:solidFill>
                <a:effectLst/>
                <a:latin typeface="Arial" panose="020B0604020202020204" pitchFamily="34" charset="0"/>
              </a:rPr>
              <a:t>78</a:t>
            </a:r>
            <a:r>
              <a:rPr lang="ja-JP" altLang="en-US" sz="3600" i="0" u="none" strike="noStrike">
                <a:solidFill>
                  <a:srgbClr val="000000"/>
                </a:solidFill>
                <a:effectLst/>
                <a:latin typeface="Arial" panose="020B0604020202020204" pitchFamily="34" charset="0"/>
              </a:rPr>
              <a:t>歳</a:t>
            </a:r>
            <a:r>
              <a:rPr lang="en-US" altLang="ja-JP" sz="3600" i="0" u="none" strike="noStrike" dirty="0">
                <a:solidFill>
                  <a:srgbClr val="000000"/>
                </a:solidFill>
                <a:effectLst/>
                <a:latin typeface="Arial" panose="020B0604020202020204" pitchFamily="34" charset="0"/>
              </a:rPr>
              <a:t>,22</a:t>
            </a:r>
            <a:r>
              <a:rPr lang="ja-JP" altLang="en-US" sz="3600" i="0" u="none" strike="noStrike">
                <a:solidFill>
                  <a:srgbClr val="000000"/>
                </a:solidFill>
                <a:effectLst/>
                <a:latin typeface="Arial" panose="020B0604020202020204" pitchFamily="34" charset="0"/>
              </a:rPr>
              <a:t>歳</a:t>
            </a:r>
            <a:r>
              <a:rPr lang="en-US" altLang="ja-JP" sz="3600" i="0" u="none" strike="noStrike" dirty="0">
                <a:solidFill>
                  <a:srgbClr val="000000"/>
                </a:solidFill>
                <a:effectLst/>
                <a:latin typeface="Arial" panose="020B0604020202020204" pitchFamily="34" charset="0"/>
              </a:rPr>
              <a:t>,</a:t>
            </a:r>
            <a:r>
              <a:rPr lang="ja-JP" altLang="en-US" sz="3600" i="0" u="none" strike="noStrike">
                <a:solidFill>
                  <a:srgbClr val="000000"/>
                </a:solidFill>
                <a:effectLst/>
                <a:latin typeface="Arial" panose="020B0604020202020204" pitchFamily="34" charset="0"/>
              </a:rPr>
              <a:t>不明</a:t>
            </a:r>
            <a:r>
              <a:rPr lang="en-US" altLang="ja-JP" sz="3600" i="0" u="none" strike="noStrike" dirty="0">
                <a:solidFill>
                  <a:srgbClr val="000000"/>
                </a:solidFill>
                <a:effectLst/>
                <a:latin typeface="Arial" panose="020B0604020202020204" pitchFamily="34" charset="0"/>
              </a:rPr>
              <a:t>)</a:t>
            </a:r>
          </a:p>
        </p:txBody>
      </p:sp>
      <p:sp>
        <p:nvSpPr>
          <p:cNvPr id="77" name="Google Shape;90;p13">
            <a:extLst>
              <a:ext uri="{FF2B5EF4-FFF2-40B4-BE49-F238E27FC236}">
                <a16:creationId xmlns:a16="http://schemas.microsoft.com/office/drawing/2014/main" id="{3A591996-E4DF-8D18-EDBA-CB688B0422CB}"/>
              </a:ext>
            </a:extLst>
          </p:cNvPr>
          <p:cNvSpPr txBox="1"/>
          <p:nvPr/>
        </p:nvSpPr>
        <p:spPr>
          <a:xfrm>
            <a:off x="5658146" y="21535229"/>
            <a:ext cx="4805953" cy="765809"/>
          </a:xfrm>
          <a:prstGeom prst="rect">
            <a:avLst/>
          </a:prstGeom>
          <a:noFill/>
          <a:ln>
            <a:noFill/>
          </a:ln>
        </p:spPr>
        <p:txBody>
          <a:bodyPr spcFirstLastPara="1" wrap="square" lIns="129259" tIns="129259" rIns="129259" bIns="129259" anchor="t" anchorCtr="0">
            <a:noAutofit/>
          </a:bodyPr>
          <a:lstStyle/>
          <a:p>
            <a:pPr algn="ctr"/>
            <a:r>
              <a:rPr lang="ja-JP" altLang="en-US" sz="2800" i="0" u="none" strike="noStrike">
                <a:solidFill>
                  <a:srgbClr val="000000"/>
                </a:solidFill>
                <a:effectLst/>
                <a:latin typeface="Arial" panose="020B0604020202020204" pitchFamily="34" charset="0"/>
              </a:rPr>
              <a:t>問題の構成例</a:t>
            </a:r>
            <a:r>
              <a:rPr lang="en-US" altLang="ja-JP" sz="2800" i="0" u="none" strike="noStrike" dirty="0">
                <a:solidFill>
                  <a:srgbClr val="000000"/>
                </a:solidFill>
                <a:effectLst/>
                <a:latin typeface="Arial" panose="020B0604020202020204" pitchFamily="34" charset="0"/>
              </a:rPr>
              <a:t>(Age</a:t>
            </a:r>
            <a:r>
              <a:rPr lang="ja-JP" altLang="en-US" sz="2800" i="0" u="none" strike="noStrike">
                <a:solidFill>
                  <a:srgbClr val="000000"/>
                </a:solidFill>
                <a:effectLst/>
                <a:latin typeface="Arial" panose="020B0604020202020204" pitchFamily="34" charset="0"/>
              </a:rPr>
              <a:t>カテゴリ</a:t>
            </a:r>
            <a:r>
              <a:rPr lang="en-US" altLang="ja-JP" sz="2800" i="0" u="none" strike="noStrike" dirty="0">
                <a:solidFill>
                  <a:srgbClr val="000000"/>
                </a:solidFill>
                <a:effectLst/>
                <a:latin typeface="Arial" panose="020B0604020202020204" pitchFamily="34" charset="0"/>
              </a:rPr>
              <a:t>)</a:t>
            </a:r>
          </a:p>
          <a:p>
            <a:br>
              <a:rPr lang="en-US" altLang="ja-JP" sz="3600" i="0" u="none" strike="noStrike" dirty="0">
                <a:solidFill>
                  <a:srgbClr val="000000"/>
                </a:solidFill>
                <a:effectLst/>
                <a:latin typeface="Arial" panose="020B0604020202020204" pitchFamily="34" charset="0"/>
              </a:rPr>
            </a:br>
            <a:endParaRPr lang="en-US" altLang="ja-JP" sz="3600" i="0" u="none" strike="noStrike" dirty="0">
              <a:solidFill>
                <a:srgbClr val="000000"/>
              </a:solidFill>
              <a:effectLst/>
              <a:latin typeface="Arial" panose="020B0604020202020204" pitchFamily="34" charset="0"/>
            </a:endParaRPr>
          </a:p>
        </p:txBody>
      </p:sp>
      <p:sp>
        <p:nvSpPr>
          <p:cNvPr id="78" name="Google Shape;90;p13">
            <a:extLst>
              <a:ext uri="{FF2B5EF4-FFF2-40B4-BE49-F238E27FC236}">
                <a16:creationId xmlns:a16="http://schemas.microsoft.com/office/drawing/2014/main" id="{8ECE8D15-AFF6-1BB7-7512-42402BF96BE2}"/>
              </a:ext>
            </a:extLst>
          </p:cNvPr>
          <p:cNvSpPr txBox="1"/>
          <p:nvPr/>
        </p:nvSpPr>
        <p:spPr>
          <a:xfrm>
            <a:off x="4212724" y="26098794"/>
            <a:ext cx="1679919" cy="891751"/>
          </a:xfrm>
          <a:prstGeom prst="rect">
            <a:avLst/>
          </a:prstGeom>
          <a:noFill/>
          <a:ln>
            <a:noFill/>
          </a:ln>
        </p:spPr>
        <p:txBody>
          <a:bodyPr spcFirstLastPara="1" wrap="square" lIns="129259" tIns="129259" rIns="129259" bIns="129259" anchor="t" anchorCtr="0">
            <a:noAutofit/>
          </a:bodyPr>
          <a:lstStyle/>
          <a:p>
            <a:pPr algn="ctr"/>
            <a:r>
              <a:rPr lang="en-US" altLang="ja-JP" sz="2000" i="0" u="none" strike="noStrike" dirty="0">
                <a:solidFill>
                  <a:srgbClr val="000000"/>
                </a:solidFill>
                <a:effectLst/>
                <a:latin typeface="Arial" panose="020B0604020202020204" pitchFamily="34" charset="0"/>
              </a:rPr>
              <a:t>QA</a:t>
            </a:r>
          </a:p>
          <a:p>
            <a:pPr algn="ctr"/>
            <a:r>
              <a:rPr lang="ja-JP" altLang="en-US" sz="2000" i="0" u="none" strike="noStrike">
                <a:solidFill>
                  <a:srgbClr val="000000"/>
                </a:solidFill>
                <a:effectLst/>
                <a:latin typeface="Arial" panose="020B0604020202020204" pitchFamily="34" charset="0"/>
              </a:rPr>
              <a:t>タスク</a:t>
            </a:r>
            <a:br>
              <a:rPr lang="en-US" altLang="ja-JP" sz="2000" i="0" u="none" strike="noStrike" dirty="0">
                <a:solidFill>
                  <a:srgbClr val="000000"/>
                </a:solidFill>
                <a:effectLst/>
                <a:latin typeface="Arial" panose="020B0604020202020204" pitchFamily="34" charset="0"/>
              </a:rPr>
            </a:br>
            <a:endParaRPr lang="en-US" altLang="ja-JP" sz="2000" i="0" u="none" strike="noStrike" dirty="0">
              <a:solidFill>
                <a:srgbClr val="000000"/>
              </a:solidFill>
              <a:effectLst/>
              <a:latin typeface="Arial" panose="020B0604020202020204" pitchFamily="34" charset="0"/>
            </a:endParaRPr>
          </a:p>
        </p:txBody>
      </p:sp>
      <p:sp>
        <p:nvSpPr>
          <p:cNvPr id="79" name="Google Shape;90;p13">
            <a:extLst>
              <a:ext uri="{FF2B5EF4-FFF2-40B4-BE49-F238E27FC236}">
                <a16:creationId xmlns:a16="http://schemas.microsoft.com/office/drawing/2014/main" id="{5172948B-A181-1E8B-145C-86D3CAFF7655}"/>
              </a:ext>
            </a:extLst>
          </p:cNvPr>
          <p:cNvSpPr txBox="1"/>
          <p:nvPr/>
        </p:nvSpPr>
        <p:spPr>
          <a:xfrm>
            <a:off x="7535479" y="26098794"/>
            <a:ext cx="1679919" cy="891751"/>
          </a:xfrm>
          <a:prstGeom prst="rect">
            <a:avLst/>
          </a:prstGeom>
          <a:noFill/>
          <a:ln>
            <a:noFill/>
          </a:ln>
        </p:spPr>
        <p:txBody>
          <a:bodyPr spcFirstLastPara="1" wrap="square" lIns="129259" tIns="129259" rIns="129259" bIns="129259" anchor="t" anchorCtr="0">
            <a:noAutofit/>
          </a:bodyPr>
          <a:lstStyle/>
          <a:p>
            <a:pPr algn="ctr"/>
            <a:r>
              <a:rPr lang="ja-JP" altLang="en-US" sz="2000" i="0" u="none" strike="noStrike">
                <a:solidFill>
                  <a:srgbClr val="000000"/>
                </a:solidFill>
                <a:effectLst/>
                <a:latin typeface="Arial" panose="020B0604020202020204" pitchFamily="34" charset="0"/>
              </a:rPr>
              <a:t>タスク</a:t>
            </a:r>
            <a:endParaRPr lang="en-US" altLang="ja-JP" sz="2000" i="0" u="none" strike="noStrike" dirty="0">
              <a:solidFill>
                <a:srgbClr val="000000"/>
              </a:solidFill>
              <a:effectLst/>
              <a:latin typeface="Arial" panose="020B0604020202020204" pitchFamily="34" charset="0"/>
            </a:endParaRPr>
          </a:p>
          <a:p>
            <a:pPr algn="ctr"/>
            <a:r>
              <a:rPr lang="ja-JP" altLang="en-US" sz="2000">
                <a:latin typeface="Arial" panose="020B0604020202020204" pitchFamily="34" charset="0"/>
              </a:rPr>
              <a:t>結果</a:t>
            </a:r>
            <a:br>
              <a:rPr lang="en-US" altLang="ja-JP" sz="2000" i="0" u="none" strike="noStrike" dirty="0">
                <a:solidFill>
                  <a:srgbClr val="000000"/>
                </a:solidFill>
                <a:effectLst/>
                <a:latin typeface="Arial" panose="020B0604020202020204" pitchFamily="34" charset="0"/>
              </a:rPr>
            </a:br>
            <a:endParaRPr lang="en-US" altLang="ja-JP" sz="2000" i="0" u="none" strike="noStrike" dirty="0">
              <a:solidFill>
                <a:srgbClr val="000000"/>
              </a:solidFill>
              <a:effectLst/>
              <a:latin typeface="Arial" panose="020B0604020202020204" pitchFamily="34" charset="0"/>
            </a:endParaRPr>
          </a:p>
        </p:txBody>
      </p:sp>
      <p:sp>
        <p:nvSpPr>
          <p:cNvPr id="80" name="Google Shape;90;p13">
            <a:extLst>
              <a:ext uri="{FF2B5EF4-FFF2-40B4-BE49-F238E27FC236}">
                <a16:creationId xmlns:a16="http://schemas.microsoft.com/office/drawing/2014/main" id="{81DA7D07-CF9B-A944-1DAD-C83487F4330B}"/>
              </a:ext>
            </a:extLst>
          </p:cNvPr>
          <p:cNvSpPr txBox="1"/>
          <p:nvPr/>
        </p:nvSpPr>
        <p:spPr>
          <a:xfrm>
            <a:off x="5892643" y="29067615"/>
            <a:ext cx="1679919" cy="891751"/>
          </a:xfrm>
          <a:prstGeom prst="rect">
            <a:avLst/>
          </a:prstGeom>
          <a:noFill/>
          <a:ln>
            <a:noFill/>
          </a:ln>
        </p:spPr>
        <p:txBody>
          <a:bodyPr spcFirstLastPara="1" wrap="square" lIns="129259" tIns="129259" rIns="129259" bIns="129259" anchor="t" anchorCtr="0">
            <a:noAutofit/>
          </a:bodyPr>
          <a:lstStyle/>
          <a:p>
            <a:pPr algn="ctr"/>
            <a:r>
              <a:rPr lang="en-US" altLang="ja-JP" sz="2000" i="0" u="none" strike="noStrike" dirty="0">
                <a:solidFill>
                  <a:srgbClr val="000000"/>
                </a:solidFill>
                <a:effectLst/>
                <a:latin typeface="Arial" panose="020B0604020202020204" pitchFamily="34" charset="0"/>
              </a:rPr>
              <a:t>QA</a:t>
            </a:r>
          </a:p>
          <a:p>
            <a:pPr algn="ctr"/>
            <a:r>
              <a:rPr lang="ja-JP" altLang="en-US" sz="2000" i="0" u="none" strike="noStrike">
                <a:solidFill>
                  <a:srgbClr val="000000"/>
                </a:solidFill>
                <a:effectLst/>
                <a:latin typeface="Arial" panose="020B0604020202020204" pitchFamily="34" charset="0"/>
              </a:rPr>
              <a:t>タスク</a:t>
            </a:r>
            <a:br>
              <a:rPr lang="en-US" altLang="ja-JP" sz="2000" i="0" u="none" strike="noStrike" dirty="0">
                <a:solidFill>
                  <a:srgbClr val="000000"/>
                </a:solidFill>
                <a:effectLst/>
                <a:latin typeface="Arial" panose="020B0604020202020204" pitchFamily="34" charset="0"/>
              </a:rPr>
            </a:br>
            <a:endParaRPr lang="en-US" altLang="ja-JP" sz="2000" i="0" u="none" strike="noStrike" dirty="0">
              <a:solidFill>
                <a:srgbClr val="000000"/>
              </a:solidFill>
              <a:effectLst/>
              <a:latin typeface="Arial" panose="020B0604020202020204" pitchFamily="34" charset="0"/>
            </a:endParaRPr>
          </a:p>
        </p:txBody>
      </p:sp>
      <p:sp>
        <p:nvSpPr>
          <p:cNvPr id="81" name="Google Shape;90;p13">
            <a:extLst>
              <a:ext uri="{FF2B5EF4-FFF2-40B4-BE49-F238E27FC236}">
                <a16:creationId xmlns:a16="http://schemas.microsoft.com/office/drawing/2014/main" id="{4604E468-E420-266A-73B2-CC5621C0BFCF}"/>
              </a:ext>
            </a:extLst>
          </p:cNvPr>
          <p:cNvSpPr txBox="1"/>
          <p:nvPr/>
        </p:nvSpPr>
        <p:spPr>
          <a:xfrm>
            <a:off x="9239668" y="29062766"/>
            <a:ext cx="1679919" cy="891751"/>
          </a:xfrm>
          <a:prstGeom prst="rect">
            <a:avLst/>
          </a:prstGeom>
          <a:noFill/>
          <a:ln>
            <a:noFill/>
          </a:ln>
        </p:spPr>
        <p:txBody>
          <a:bodyPr spcFirstLastPara="1" wrap="square" lIns="129259" tIns="129259" rIns="129259" bIns="129259" anchor="t" anchorCtr="0">
            <a:noAutofit/>
          </a:bodyPr>
          <a:lstStyle/>
          <a:p>
            <a:pPr algn="ctr"/>
            <a:r>
              <a:rPr lang="ja-JP" altLang="en-US" sz="2000" i="0" u="none" strike="noStrike">
                <a:solidFill>
                  <a:srgbClr val="000000"/>
                </a:solidFill>
                <a:effectLst/>
                <a:latin typeface="Arial" panose="020B0604020202020204" pitchFamily="34" charset="0"/>
              </a:rPr>
              <a:t>タスク</a:t>
            </a:r>
            <a:endParaRPr lang="en-US" altLang="ja-JP" sz="2000" i="0" u="none" strike="noStrike" dirty="0">
              <a:solidFill>
                <a:srgbClr val="000000"/>
              </a:solidFill>
              <a:effectLst/>
              <a:latin typeface="Arial" panose="020B0604020202020204" pitchFamily="34" charset="0"/>
            </a:endParaRPr>
          </a:p>
          <a:p>
            <a:pPr algn="ctr"/>
            <a:r>
              <a:rPr lang="ja-JP" altLang="en-US" sz="2000">
                <a:latin typeface="Arial" panose="020B0604020202020204" pitchFamily="34" charset="0"/>
              </a:rPr>
              <a:t>結果</a:t>
            </a:r>
            <a:br>
              <a:rPr lang="en-US" altLang="ja-JP" sz="2000" i="0" u="none" strike="noStrike" dirty="0">
                <a:solidFill>
                  <a:srgbClr val="000000"/>
                </a:solidFill>
                <a:effectLst/>
                <a:latin typeface="Arial" panose="020B0604020202020204" pitchFamily="34" charset="0"/>
              </a:rPr>
            </a:br>
            <a:endParaRPr lang="en-US" altLang="ja-JP" sz="2000" i="0" u="none" strike="noStrike" dirty="0">
              <a:solidFill>
                <a:srgbClr val="000000"/>
              </a:solidFill>
              <a:effectLst/>
              <a:latin typeface="Arial" panose="020B0604020202020204" pitchFamily="34" charset="0"/>
            </a:endParaRPr>
          </a:p>
        </p:txBody>
      </p:sp>
      <p:sp>
        <p:nvSpPr>
          <p:cNvPr id="82" name="Google Shape;90;p13">
            <a:extLst>
              <a:ext uri="{FF2B5EF4-FFF2-40B4-BE49-F238E27FC236}">
                <a16:creationId xmlns:a16="http://schemas.microsoft.com/office/drawing/2014/main" id="{9646970F-45B1-676E-FB62-9A7CA567B7A2}"/>
              </a:ext>
            </a:extLst>
          </p:cNvPr>
          <p:cNvSpPr txBox="1"/>
          <p:nvPr/>
        </p:nvSpPr>
        <p:spPr>
          <a:xfrm>
            <a:off x="777112" y="31197948"/>
            <a:ext cx="13907092" cy="2215320"/>
          </a:xfrm>
          <a:prstGeom prst="rect">
            <a:avLst/>
          </a:prstGeom>
          <a:noFill/>
          <a:ln>
            <a:noFill/>
          </a:ln>
        </p:spPr>
        <p:txBody>
          <a:bodyPr spcFirstLastPara="1" wrap="square" lIns="129259" tIns="129259" rIns="129259" bIns="129259" anchor="t" anchorCtr="0">
            <a:noAutofit/>
          </a:bodyPr>
          <a:lstStyle/>
          <a:p>
            <a:r>
              <a:rPr lang="en-US" altLang="ja-JP" sz="3600" i="0" u="none" strike="noStrike" dirty="0">
                <a:solidFill>
                  <a:srgbClr val="000000"/>
                </a:solidFill>
                <a:effectLst/>
                <a:latin typeface="Arial" panose="020B0604020202020204" pitchFamily="34" charset="0"/>
              </a:rPr>
              <a:t>LLM</a:t>
            </a:r>
            <a:r>
              <a:rPr lang="ja-JP" altLang="en-US" sz="3600" i="0" u="none" strike="noStrike">
                <a:solidFill>
                  <a:srgbClr val="000000"/>
                </a:solidFill>
                <a:effectLst/>
                <a:latin typeface="Arial" panose="020B0604020202020204" pitchFamily="34" charset="0"/>
              </a:rPr>
              <a:t>を用いて、正解パターン</a:t>
            </a:r>
            <a:r>
              <a:rPr lang="en-US" altLang="ja-JP" sz="3600" i="0" u="none" strike="noStrike" dirty="0">
                <a:solidFill>
                  <a:srgbClr val="000000"/>
                </a:solidFill>
                <a:effectLst/>
                <a:latin typeface="Arial" panose="020B0604020202020204" pitchFamily="34" charset="0"/>
              </a:rPr>
              <a:t>,</a:t>
            </a:r>
            <a:r>
              <a:rPr lang="ja-JP" altLang="en-US" sz="3600" i="0" u="none" strike="noStrike">
                <a:solidFill>
                  <a:srgbClr val="000000"/>
                </a:solidFill>
                <a:effectLst/>
                <a:latin typeface="Arial" panose="020B0604020202020204" pitchFamily="34" charset="0"/>
              </a:rPr>
              <a:t>誤答パターン</a:t>
            </a:r>
            <a:r>
              <a:rPr lang="en-US" altLang="ja-JP" sz="3600" i="0" u="none" strike="noStrike" dirty="0">
                <a:solidFill>
                  <a:srgbClr val="000000"/>
                </a:solidFill>
                <a:effectLst/>
                <a:latin typeface="Arial" panose="020B0604020202020204" pitchFamily="34" charset="0"/>
              </a:rPr>
              <a:t>,</a:t>
            </a:r>
            <a:r>
              <a:rPr lang="ja-JP" altLang="en-US" sz="3600" i="0" u="none" strike="noStrike">
                <a:solidFill>
                  <a:srgbClr val="000000"/>
                </a:solidFill>
                <a:effectLst/>
                <a:latin typeface="Arial" panose="020B0604020202020204" pitchFamily="34" charset="0"/>
              </a:rPr>
              <a:t>改善方法の分析を行う</a:t>
            </a:r>
            <a:endParaRPr lang="en-US" altLang="ja-JP" sz="3600" i="0" u="none" strike="noStrike" dirty="0">
              <a:solidFill>
                <a:srgbClr val="000000"/>
              </a:solidFill>
              <a:effectLst/>
              <a:latin typeface="Arial" panose="020B0604020202020204" pitchFamily="34" charset="0"/>
            </a:endParaRPr>
          </a:p>
          <a:p>
            <a:r>
              <a:rPr lang="ja-JP" altLang="en-US" sz="3600">
                <a:latin typeface="Arial" panose="020B0604020202020204" pitchFamily="34" charset="0"/>
              </a:rPr>
              <a:t>分析した情報からバイアス低減を目的としたプロンプトを作成し</a:t>
            </a:r>
            <a:endParaRPr lang="en-US" altLang="ja-JP" sz="3600" dirty="0">
              <a:latin typeface="Arial" panose="020B0604020202020204" pitchFamily="34" charset="0"/>
            </a:endParaRPr>
          </a:p>
          <a:p>
            <a:r>
              <a:rPr lang="en-US" altLang="ja-JP" sz="3600" dirty="0">
                <a:latin typeface="Arial" panose="020B0604020202020204" pitchFamily="34" charset="0"/>
              </a:rPr>
              <a:t>QA</a:t>
            </a:r>
            <a:r>
              <a:rPr lang="ja-JP" altLang="en-US" sz="3600">
                <a:latin typeface="Arial" panose="020B0604020202020204" pitchFamily="34" charset="0"/>
              </a:rPr>
              <a:t>タスクの正答率（精度）がどのように変化するかを観測する</a:t>
            </a:r>
            <a:endParaRPr lang="en-US" altLang="ja-JP" sz="3600" dirty="0">
              <a:latin typeface="Arial" panose="020B0604020202020204" pitchFamily="34" charset="0"/>
            </a:endParaRPr>
          </a:p>
          <a:p>
            <a:endParaRPr lang="en-US" altLang="ja-JP" sz="3600" i="0" u="none" strike="noStrike" dirty="0">
              <a:solidFill>
                <a:srgbClr val="000000"/>
              </a:solidFill>
              <a:effectLst/>
              <a:latin typeface="Arial" panose="020B0604020202020204" pitchFamily="34" charset="0"/>
            </a:endParaRPr>
          </a:p>
          <a:p>
            <a:endParaRPr lang="en-US" altLang="ja-JP" sz="3600" i="0" u="none" strike="noStrike" dirty="0">
              <a:solidFill>
                <a:srgbClr val="000000"/>
              </a:solidFill>
              <a:effectLst/>
              <a:latin typeface="Arial" panose="020B0604020202020204" pitchFamily="34" charset="0"/>
            </a:endParaRPr>
          </a:p>
        </p:txBody>
      </p:sp>
      <p:sp>
        <p:nvSpPr>
          <p:cNvPr id="85" name="テキスト ボックス 84">
            <a:extLst>
              <a:ext uri="{FF2B5EF4-FFF2-40B4-BE49-F238E27FC236}">
                <a16:creationId xmlns:a16="http://schemas.microsoft.com/office/drawing/2014/main" id="{7FBF31C3-1F22-8FD6-FB2F-653D68C543B4}"/>
              </a:ext>
            </a:extLst>
          </p:cNvPr>
          <p:cNvSpPr txBox="1"/>
          <p:nvPr/>
        </p:nvSpPr>
        <p:spPr>
          <a:xfrm>
            <a:off x="15620908" y="15089273"/>
            <a:ext cx="13597133" cy="3785652"/>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lang="ja-JP" altLang="en-US" sz="3600">
                <a:latin typeface="Arial" panose="020B0604020202020204" pitchFamily="34" charset="0"/>
              </a:rPr>
              <a:t>公平性認識プロンプト</a:t>
            </a:r>
            <a:r>
              <a:rPr lang="en-US" altLang="ja-JP" sz="3600" dirty="0">
                <a:latin typeface="Arial" panose="020B0604020202020204" pitchFamily="34" charset="0"/>
              </a:rPr>
              <a:t>(FairP)</a:t>
            </a:r>
          </a:p>
          <a:p>
            <a:pPr marL="571500" marR="0" lvl="0" indent="-57150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ja-JP" altLang="en-US" sz="3600">
                <a:latin typeface="Arial" panose="020B0604020202020204" pitchFamily="34" charset="0"/>
              </a:rPr>
              <a:t>公平な判断を促すための基準やガイドラインを提示</a:t>
            </a:r>
          </a:p>
          <a:p>
            <a:pPr marL="571500" marR="0" lvl="0" indent="-57150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ja-JP" altLang="en-US" sz="3600">
                <a:latin typeface="Arial" panose="020B0604020202020204" pitchFamily="34" charset="0"/>
              </a:rPr>
              <a:t>事実に基づいた公平な出力を得るための方向性を示す</a:t>
            </a:r>
            <a:endParaRPr lang="en-US" altLang="ja-JP" sz="3600" dirty="0">
              <a:latin typeface="Arial" panose="020B0604020202020204" pitchFamily="34" charset="0"/>
            </a:endParaRPr>
          </a:p>
          <a:p>
            <a:pPr marL="571500" marR="0" lvl="0" indent="-57150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lang="en-US" altLang="ja-JP" sz="2400" dirty="0">
              <a:latin typeface="Arial" panose="020B0604020202020204" pitchFamily="34" charset="0"/>
            </a:endParaRPr>
          </a:p>
          <a:p>
            <a:pPr marR="0" lvl="0" defTabSz="914400" rtl="0" eaLnBrk="1" fontAlgn="auto" latinLnBrk="0" hangingPunct="1">
              <a:lnSpc>
                <a:spcPct val="100000"/>
              </a:lnSpc>
              <a:spcBef>
                <a:spcPts val="0"/>
              </a:spcBef>
              <a:spcAft>
                <a:spcPts val="0"/>
              </a:spcAft>
              <a:buClr>
                <a:srgbClr val="000000"/>
              </a:buClr>
              <a:buSzTx/>
              <a:tabLst/>
              <a:defRPr/>
            </a:pPr>
            <a:r>
              <a:rPr lang="ja-JP" altLang="en-US" sz="3600">
                <a:latin typeface="Arial" panose="020B0604020202020204" pitchFamily="34" charset="0"/>
              </a:rPr>
              <a:t>カテゴリ別詳細プロンプト</a:t>
            </a:r>
            <a:r>
              <a:rPr lang="en-US" altLang="ja-JP" sz="3600" dirty="0">
                <a:latin typeface="Arial" panose="020B0604020202020204" pitchFamily="34" charset="0"/>
              </a:rPr>
              <a:t>(</a:t>
            </a:r>
            <a:r>
              <a:rPr lang="en" altLang="ja-JP" sz="3600" dirty="0">
                <a:latin typeface="Arial" panose="020B0604020202020204" pitchFamily="34" charset="0"/>
              </a:rPr>
              <a:t>SpecificP)</a:t>
            </a:r>
          </a:p>
          <a:p>
            <a:pPr marL="571500" marR="0" lvl="0" indent="-57150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ja-JP" altLang="en-US" sz="3600">
                <a:latin typeface="Arial" panose="020B0604020202020204" pitchFamily="34" charset="0"/>
              </a:rPr>
              <a:t>各バイアスカテゴリごとに、評価結果を反映した指示を付与</a:t>
            </a:r>
          </a:p>
          <a:p>
            <a:pPr marL="571500" marR="0" lvl="0" indent="-57150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ja-JP" altLang="en-US" sz="3600">
                <a:latin typeface="Arial" panose="020B0604020202020204" pitchFamily="34" charset="0"/>
              </a:rPr>
              <a:t>属性におけるステレオバイアスを制御しバイアス抑制を実現</a:t>
            </a:r>
          </a:p>
        </p:txBody>
      </p:sp>
      <p:sp>
        <p:nvSpPr>
          <p:cNvPr id="96" name="テキスト ボックス 95">
            <a:extLst>
              <a:ext uri="{FF2B5EF4-FFF2-40B4-BE49-F238E27FC236}">
                <a16:creationId xmlns:a16="http://schemas.microsoft.com/office/drawing/2014/main" id="{825AABF2-28AA-99F0-4825-D1B2FB61A221}"/>
              </a:ext>
            </a:extLst>
          </p:cNvPr>
          <p:cNvSpPr txBox="1"/>
          <p:nvPr/>
        </p:nvSpPr>
        <p:spPr>
          <a:xfrm>
            <a:off x="774614" y="34492965"/>
            <a:ext cx="13887558" cy="6909584"/>
          </a:xfrm>
          <a:prstGeom prst="rect">
            <a:avLst/>
          </a:prstGeom>
          <a:noFill/>
        </p:spPr>
        <p:txBody>
          <a:bodyPr wrap="square">
            <a:spAutoFit/>
          </a:bodyPr>
          <a:lstStyle/>
          <a:p>
            <a:pPr marL="571500" marR="0" lvl="0" indent="-5715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JBBQ</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データセットの各カテゴリ</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1000</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件</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計</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5000</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件</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を利用</a:t>
            </a:r>
            <a:endPar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endParaRPr>
          </a:p>
          <a:p>
            <a:pPr marL="571500" marR="0" lvl="0" indent="-5715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使用モデル</a:t>
            </a:r>
            <a:endPar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	- GPT-4o</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OpenAI</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[gpt-4o-2024-08-06]</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	- Claude-3.5-Sonnet</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Anthropic</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r>
              <a:rPr kumimoji="0" lang="en-US" altLang="ja-JP" sz="32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[claude-3-5-sonnet-20241022]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	- Gemini-1.5-Pro</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Google</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[gemini-1.5-pro-002]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altLang="ja-JP" sz="11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endParaRPr>
          </a:p>
          <a:p>
            <a:pPr marR="0" lvl="0" algn="l" defTabSz="914400" rtl="0" eaLnBrk="1" fontAlgn="auto" latinLnBrk="0" hangingPunct="1">
              <a:lnSpc>
                <a:spcPct val="100000"/>
              </a:lnSpc>
              <a:spcBef>
                <a:spcPts val="0"/>
              </a:spcBef>
              <a:spcAft>
                <a:spcPts val="0"/>
              </a:spcAft>
              <a:buClr>
                <a:srgbClr val="000000"/>
              </a:buClr>
              <a:buSzTx/>
              <a:tabLst/>
              <a:defRPr/>
            </a:pP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今回作成した</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2</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つのプロンプトとの比較として、</a:t>
            </a:r>
            <a:endPar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endParaRPr>
          </a:p>
          <a:p>
            <a:pPr marL="571500" indent="-571500">
              <a:buFont typeface="Arial" panose="020B0604020202020204" pitchFamily="34" charset="0"/>
              <a:buChar char="•"/>
              <a:defRPr/>
            </a:pP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基本プロンプト</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(BasicP)</a:t>
            </a:r>
          </a:p>
          <a:p>
            <a:pPr>
              <a:defRPr/>
            </a:pPr>
            <a:r>
              <a:rPr lang="en-US" altLang="ja-JP" sz="3600" dirty="0">
                <a:latin typeface="Arial" panose="020B0604020202020204" pitchFamily="34" charset="0"/>
              </a:rPr>
              <a:t>	- </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単純に「バイアスを避ける」という指示</a:t>
            </a:r>
            <a:endPar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endParaRPr>
          </a:p>
          <a:p>
            <a:pPr marL="571500" indent="-571500">
              <a:buFont typeface="Arial" panose="020B0604020202020204" pitchFamily="34" charset="0"/>
              <a:buChar char="•"/>
              <a:defRPr/>
            </a:pP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不確実性認識プロンプト</a:t>
            </a: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(UnkP)</a:t>
            </a:r>
          </a:p>
          <a:p>
            <a:pPr>
              <a:defRPr/>
            </a:pPr>
            <a:r>
              <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rPr>
              <a:t>	- </a:t>
            </a: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誤った推論を回避するため「不明」や「判断困難」を促す</a:t>
            </a:r>
            <a:endParaRPr kumimoji="0" lang="en-US" altLang="ja-JP" sz="3600" b="0" i="0" u="none" strike="noStrike" kern="0" cap="none" spc="0" normalizeH="0" baseline="0" noProof="0" dirty="0">
              <a:ln>
                <a:noFill/>
              </a:ln>
              <a:solidFill>
                <a:srgbClr val="000000"/>
              </a:solidFill>
              <a:effectLst/>
              <a:uLnTx/>
              <a:uFillTx/>
              <a:latin typeface="Arial" panose="020B0604020202020204" pitchFamily="34" charset="0"/>
              <a:cs typeface="Arial"/>
              <a:sym typeface="Arial"/>
            </a:endParaRPr>
          </a:p>
          <a:p>
            <a:pPr>
              <a:defRPr/>
            </a:pPr>
            <a:b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br>
            <a:r>
              <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rPr>
              <a:t>を利用し</a:t>
            </a:r>
            <a:r>
              <a:rPr lang="ja-JP" altLang="en-US" sz="3600">
                <a:latin typeface="Arial" panose="020B0604020202020204" pitchFamily="34" charset="0"/>
              </a:rPr>
              <a:t>計</a:t>
            </a:r>
            <a:r>
              <a:rPr lang="en-US" altLang="ja-JP" sz="3600" dirty="0">
                <a:latin typeface="Arial" panose="020B0604020202020204" pitchFamily="34" charset="0"/>
              </a:rPr>
              <a:t>4</a:t>
            </a:r>
            <a:r>
              <a:rPr lang="ja-JP" altLang="en-US" sz="3600">
                <a:latin typeface="Arial" panose="020B0604020202020204" pitchFamily="34" charset="0"/>
              </a:rPr>
              <a:t>つのプロンプトで比較実験を行う</a:t>
            </a:r>
            <a:endParaRPr kumimoji="0" lang="ja-JP" altLang="en-US" sz="3600" b="0" i="0" u="none" strike="noStrike" kern="0" cap="none" spc="0" normalizeH="0" baseline="0" noProof="0">
              <a:ln>
                <a:noFill/>
              </a:ln>
              <a:solidFill>
                <a:srgbClr val="000000"/>
              </a:solidFill>
              <a:effectLst/>
              <a:uLnTx/>
              <a:uFillTx/>
              <a:latin typeface="Arial" panose="020B0604020202020204" pitchFamily="34" charset="0"/>
              <a:cs typeface="Arial"/>
              <a:sym typeface="Arial"/>
            </a:endParaRPr>
          </a:p>
        </p:txBody>
      </p:sp>
      <p:sp>
        <p:nvSpPr>
          <p:cNvPr id="97" name="Google Shape;89;p13">
            <a:extLst>
              <a:ext uri="{FF2B5EF4-FFF2-40B4-BE49-F238E27FC236}">
                <a16:creationId xmlns:a16="http://schemas.microsoft.com/office/drawing/2014/main" id="{FC1BC3F3-E342-4D7D-8025-C1B9337ABA58}"/>
              </a:ext>
            </a:extLst>
          </p:cNvPr>
          <p:cNvSpPr/>
          <p:nvPr/>
        </p:nvSpPr>
        <p:spPr>
          <a:xfrm>
            <a:off x="654737" y="33193869"/>
            <a:ext cx="13920611" cy="1047253"/>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000" b="1" spc="600">
                <a:solidFill>
                  <a:schemeClr val="bg1"/>
                </a:solidFill>
              </a:rPr>
              <a:t>実験</a:t>
            </a:r>
            <a:endParaRPr sz="4000" b="1" spc="600" dirty="0">
              <a:solidFill>
                <a:schemeClr val="bg1"/>
              </a:solidFill>
            </a:endParaRPr>
          </a:p>
        </p:txBody>
      </p:sp>
      <p:sp>
        <p:nvSpPr>
          <p:cNvPr id="99" name="Google Shape;89;p13">
            <a:extLst>
              <a:ext uri="{FF2B5EF4-FFF2-40B4-BE49-F238E27FC236}">
                <a16:creationId xmlns:a16="http://schemas.microsoft.com/office/drawing/2014/main" id="{A16EAC42-C368-54C4-A53F-647EC7708B5E}"/>
              </a:ext>
            </a:extLst>
          </p:cNvPr>
          <p:cNvSpPr/>
          <p:nvPr/>
        </p:nvSpPr>
        <p:spPr>
          <a:xfrm>
            <a:off x="15620908" y="12962615"/>
            <a:ext cx="13920611" cy="1047253"/>
          </a:xfrm>
          <a:prstGeom prst="rect">
            <a:avLst/>
          </a:prstGeom>
          <a:solidFill>
            <a:schemeClr val="dk2"/>
          </a:solidFill>
          <a:ln>
            <a:noFill/>
          </a:ln>
        </p:spPr>
        <p:txBody>
          <a:bodyPr spcFirstLastPara="1" wrap="square" lIns="129259" tIns="64612" rIns="129259" bIns="64612" anchor="ctr" anchorCtr="0">
            <a:noAutofit/>
          </a:bodyPr>
          <a:lstStyle/>
          <a:p>
            <a:pPr algn="ctr"/>
            <a:r>
              <a:rPr lang="en-US" sz="4000" b="1" spc="600" dirty="0">
                <a:solidFill>
                  <a:schemeClr val="bg1"/>
                </a:solidFill>
              </a:rPr>
              <a:t>作成したプロンプト</a:t>
            </a:r>
            <a:endParaRPr sz="4000" b="1" spc="600" dirty="0">
              <a:solidFill>
                <a:schemeClr val="bg1"/>
              </a:solidFill>
            </a:endParaRPr>
          </a:p>
        </p:txBody>
      </p:sp>
      <p:sp>
        <p:nvSpPr>
          <p:cNvPr id="100" name="Google Shape;90;p13">
            <a:extLst>
              <a:ext uri="{FF2B5EF4-FFF2-40B4-BE49-F238E27FC236}">
                <a16:creationId xmlns:a16="http://schemas.microsoft.com/office/drawing/2014/main" id="{B7BA2B6D-27B0-6D5E-1D3D-67B8E30EF60E}"/>
              </a:ext>
            </a:extLst>
          </p:cNvPr>
          <p:cNvSpPr txBox="1"/>
          <p:nvPr/>
        </p:nvSpPr>
        <p:spPr>
          <a:xfrm>
            <a:off x="15538440" y="14246832"/>
            <a:ext cx="13907092" cy="978155"/>
          </a:xfrm>
          <a:prstGeom prst="rect">
            <a:avLst/>
          </a:prstGeom>
          <a:noFill/>
          <a:ln>
            <a:noFill/>
          </a:ln>
        </p:spPr>
        <p:txBody>
          <a:bodyPr spcFirstLastPara="1" wrap="square" lIns="129259" tIns="129259" rIns="129259" bIns="129259" anchor="t" anchorCtr="0">
            <a:noAutofit/>
          </a:bodyPr>
          <a:lstStyle/>
          <a:p>
            <a:r>
              <a:rPr lang="ja-JP" altLang="en-US" sz="3600" i="0" u="none" strike="noStrike">
                <a:solidFill>
                  <a:srgbClr val="000000"/>
                </a:solidFill>
                <a:effectLst/>
                <a:latin typeface="Arial" panose="020B0604020202020204" pitchFamily="34" charset="0"/>
              </a:rPr>
              <a:t>先の分析から、以下</a:t>
            </a:r>
            <a:r>
              <a:rPr lang="en-US" altLang="ja-JP" sz="3600" i="0" u="none" strike="noStrike" dirty="0">
                <a:solidFill>
                  <a:srgbClr val="000000"/>
                </a:solidFill>
                <a:effectLst/>
                <a:latin typeface="Arial" panose="020B0604020202020204" pitchFamily="34" charset="0"/>
              </a:rPr>
              <a:t>2</a:t>
            </a:r>
            <a:r>
              <a:rPr lang="ja-JP" altLang="en-US" sz="3600" i="0" u="none" strike="noStrike">
                <a:solidFill>
                  <a:srgbClr val="000000"/>
                </a:solidFill>
                <a:effectLst/>
                <a:latin typeface="Arial" panose="020B0604020202020204" pitchFamily="34" charset="0"/>
              </a:rPr>
              <a:t>つのプロンプトを作成した</a:t>
            </a:r>
          </a:p>
        </p:txBody>
      </p:sp>
      <p:sp>
        <p:nvSpPr>
          <p:cNvPr id="102" name="Google Shape;89;p13">
            <a:extLst>
              <a:ext uri="{FF2B5EF4-FFF2-40B4-BE49-F238E27FC236}">
                <a16:creationId xmlns:a16="http://schemas.microsoft.com/office/drawing/2014/main" id="{6207A5C3-1A0A-D7E8-7849-AA15DED1FCE0}"/>
              </a:ext>
            </a:extLst>
          </p:cNvPr>
          <p:cNvSpPr/>
          <p:nvPr/>
        </p:nvSpPr>
        <p:spPr>
          <a:xfrm>
            <a:off x="15607389" y="19229858"/>
            <a:ext cx="13920611" cy="1047253"/>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4000" b="1" spc="600">
                <a:solidFill>
                  <a:schemeClr val="bg1"/>
                </a:solidFill>
              </a:rPr>
              <a:t>実験結果・考察</a:t>
            </a:r>
            <a:endParaRPr sz="4000" b="1" spc="600" dirty="0">
              <a:solidFill>
                <a:schemeClr val="bg1"/>
              </a:solidFill>
            </a:endParaRPr>
          </a:p>
        </p:txBody>
      </p:sp>
      <p:pic>
        <p:nvPicPr>
          <p:cNvPr id="118" name="グラフィックス 117">
            <a:extLst>
              <a:ext uri="{FF2B5EF4-FFF2-40B4-BE49-F238E27FC236}">
                <a16:creationId xmlns:a16="http://schemas.microsoft.com/office/drawing/2014/main" id="{22CEC428-3FFC-5FF3-D96A-505DBEDCB35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544570" y="20389601"/>
            <a:ext cx="14182380" cy="7838569"/>
          </a:xfrm>
          <a:prstGeom prst="rect">
            <a:avLst/>
          </a:prstGeom>
        </p:spPr>
      </p:pic>
      <p:sp>
        <p:nvSpPr>
          <p:cNvPr id="119" name="Google Shape;90;p13">
            <a:extLst>
              <a:ext uri="{FF2B5EF4-FFF2-40B4-BE49-F238E27FC236}">
                <a16:creationId xmlns:a16="http://schemas.microsoft.com/office/drawing/2014/main" id="{E11052BE-5D20-6F9F-C868-68DCD711F2C0}"/>
              </a:ext>
            </a:extLst>
          </p:cNvPr>
          <p:cNvSpPr txBox="1"/>
          <p:nvPr/>
        </p:nvSpPr>
        <p:spPr>
          <a:xfrm>
            <a:off x="15682214" y="28127368"/>
            <a:ext cx="13907092" cy="5285900"/>
          </a:xfrm>
          <a:prstGeom prst="rect">
            <a:avLst/>
          </a:prstGeom>
          <a:noFill/>
          <a:ln w="38100">
            <a:solidFill>
              <a:schemeClr val="accent5"/>
            </a:solidFill>
          </a:ln>
        </p:spPr>
        <p:txBody>
          <a:bodyPr spcFirstLastPara="1" wrap="square" lIns="129259" tIns="129259" rIns="129259" bIns="129259" anchor="t" anchorCtr="0">
            <a:noAutofit/>
          </a:bodyPr>
          <a:lstStyle/>
          <a:p>
            <a:r>
              <a:rPr lang="ja-JP" altLang="en-US" sz="3600" i="0" u="none" strike="noStrike">
                <a:solidFill>
                  <a:srgbClr val="000000"/>
                </a:solidFill>
                <a:effectLst/>
                <a:latin typeface="Arial" panose="020B0604020202020204" pitchFamily="34" charset="0"/>
              </a:rPr>
              <a:t>結果</a:t>
            </a:r>
            <a:endParaRPr lang="en-US" altLang="ja-JP" sz="3600" i="0" u="none" strike="noStrike" dirty="0">
              <a:solidFill>
                <a:srgbClr val="000000"/>
              </a:solidFill>
              <a:effectLst/>
              <a:latin typeface="Arial" panose="020B0604020202020204" pitchFamily="34" charset="0"/>
            </a:endParaRPr>
          </a:p>
          <a:p>
            <a:endParaRPr lang="en-US" altLang="ja-JP" sz="800" i="0" u="none" strike="noStrike" dirty="0">
              <a:solidFill>
                <a:srgbClr val="000000"/>
              </a:solidFill>
              <a:effectLst/>
              <a:latin typeface="Arial" panose="020B0604020202020204" pitchFamily="34" charset="0"/>
            </a:endParaRPr>
          </a:p>
          <a:p>
            <a:pPr marL="571500" indent="-571500">
              <a:buFont typeface="Arial" panose="020B0604020202020204" pitchFamily="34" charset="0"/>
              <a:buChar char="•"/>
            </a:pPr>
            <a:r>
              <a:rPr lang="en-US" altLang="ja-JP" sz="3600" i="0" u="none" strike="noStrike" dirty="0">
                <a:solidFill>
                  <a:srgbClr val="000000"/>
                </a:solidFill>
                <a:effectLst/>
                <a:latin typeface="Arial" panose="020B0604020202020204" pitchFamily="34" charset="0"/>
              </a:rPr>
              <a:t>BasicP</a:t>
            </a:r>
            <a:r>
              <a:rPr lang="ja-JP" altLang="en-US" sz="3600" i="0" u="none" strike="noStrike">
                <a:solidFill>
                  <a:srgbClr val="000000"/>
                </a:solidFill>
                <a:effectLst/>
                <a:latin typeface="Arial" panose="020B0604020202020204" pitchFamily="34" charset="0"/>
              </a:rPr>
              <a:t>や</a:t>
            </a:r>
            <a:r>
              <a:rPr lang="en-US" altLang="ja-JP" sz="3600" i="0" u="none" strike="noStrike" dirty="0">
                <a:solidFill>
                  <a:srgbClr val="000000"/>
                </a:solidFill>
                <a:effectLst/>
                <a:latin typeface="Arial" panose="020B0604020202020204" pitchFamily="34" charset="0"/>
              </a:rPr>
              <a:t>UnkP</a:t>
            </a:r>
            <a:r>
              <a:rPr lang="ja-JP" altLang="en-US" sz="3600" i="0" u="none" strike="noStrike">
                <a:solidFill>
                  <a:srgbClr val="000000"/>
                </a:solidFill>
                <a:effectLst/>
                <a:latin typeface="Arial" panose="020B0604020202020204" pitchFamily="34" charset="0"/>
              </a:rPr>
              <a:t>では曖昧な質問に対する誤答が散見された</a:t>
            </a:r>
          </a:p>
          <a:p>
            <a:pPr marL="571500" indent="-571500">
              <a:buFont typeface="Arial" panose="020B0604020202020204" pitchFamily="34" charset="0"/>
              <a:buChar char="•"/>
            </a:pPr>
            <a:r>
              <a:rPr lang="ja-JP" altLang="en-US" sz="3600" i="0" u="none" strike="noStrike">
                <a:solidFill>
                  <a:srgbClr val="000000"/>
                </a:solidFill>
                <a:effectLst/>
                <a:latin typeface="Arial" panose="020B0604020202020204" pitchFamily="34" charset="0"/>
              </a:rPr>
              <a:t>提案手法で精度が向上し、公平性が向上する傾向が確認された</a:t>
            </a:r>
            <a:endParaRPr lang="en-US" altLang="ja-JP" sz="3600" i="0" u="none" strike="noStrike" dirty="0">
              <a:solidFill>
                <a:srgbClr val="000000"/>
              </a:solidFill>
              <a:effectLst/>
              <a:latin typeface="Arial" panose="020B0604020202020204" pitchFamily="34" charset="0"/>
            </a:endParaRPr>
          </a:p>
          <a:p>
            <a:pPr marL="571500" indent="-571500">
              <a:buFont typeface="Arial" panose="020B0604020202020204" pitchFamily="34" charset="0"/>
              <a:buChar char="•"/>
            </a:pPr>
            <a:r>
              <a:rPr lang="en-US" altLang="ja-JP" sz="3600" i="0" u="none" strike="noStrike" dirty="0">
                <a:solidFill>
                  <a:srgbClr val="000000"/>
                </a:solidFill>
                <a:effectLst/>
                <a:latin typeface="Arial" panose="020B0604020202020204" pitchFamily="34" charset="0"/>
              </a:rPr>
              <a:t>UnkP</a:t>
            </a:r>
            <a:r>
              <a:rPr lang="ja-JP" altLang="en-US" sz="3600" i="0" u="none" strike="noStrike">
                <a:solidFill>
                  <a:srgbClr val="000000"/>
                </a:solidFill>
                <a:effectLst/>
                <a:latin typeface="Arial" panose="020B0604020202020204" pitchFamily="34" charset="0"/>
              </a:rPr>
              <a:t>では回答の積極性が低く、精度が低下した</a:t>
            </a:r>
            <a:endParaRPr lang="en-US" altLang="ja-JP" sz="3600" i="0" u="none" strike="noStrike" dirty="0">
              <a:solidFill>
                <a:srgbClr val="000000"/>
              </a:solidFill>
              <a:effectLst/>
              <a:latin typeface="Arial" panose="020B0604020202020204" pitchFamily="34" charset="0"/>
            </a:endParaRPr>
          </a:p>
          <a:p>
            <a:pPr marL="571500" indent="-571500">
              <a:buFont typeface="Arial" panose="020B0604020202020204" pitchFamily="34" charset="0"/>
              <a:buChar char="•"/>
            </a:pPr>
            <a:endParaRPr lang="en-US" altLang="ja-JP" sz="3600" dirty="0">
              <a:latin typeface="Arial" panose="020B0604020202020204" pitchFamily="34" charset="0"/>
            </a:endParaRPr>
          </a:p>
          <a:p>
            <a:pPr marL="571500" indent="-571500">
              <a:buFont typeface="Arial" panose="020B0604020202020204" pitchFamily="34" charset="0"/>
              <a:buChar char="•"/>
            </a:pPr>
            <a:r>
              <a:rPr lang="ja-JP" altLang="en-US" sz="3600" i="0" u="none" strike="noStrike">
                <a:solidFill>
                  <a:srgbClr val="000000"/>
                </a:solidFill>
                <a:effectLst/>
                <a:latin typeface="Arial" panose="020B0604020202020204" pitchFamily="34" charset="0"/>
              </a:rPr>
              <a:t>障害</a:t>
            </a:r>
            <a:r>
              <a:rPr lang="en-US" altLang="ja-JP" sz="3600" i="0" u="none" strike="noStrike" dirty="0">
                <a:solidFill>
                  <a:srgbClr val="000000"/>
                </a:solidFill>
                <a:effectLst/>
                <a:latin typeface="Arial" panose="020B0604020202020204" pitchFamily="34" charset="0"/>
              </a:rPr>
              <a:t>,</a:t>
            </a:r>
            <a:r>
              <a:rPr lang="ja-JP" altLang="en-US" sz="3600" i="0" u="none" strike="noStrike">
                <a:solidFill>
                  <a:srgbClr val="000000"/>
                </a:solidFill>
                <a:effectLst/>
                <a:latin typeface="Arial" panose="020B0604020202020204" pitchFamily="34" charset="0"/>
              </a:rPr>
              <a:t>性的指向カテゴリでは、提案手法により精度が大きく向上</a:t>
            </a:r>
            <a:endParaRPr lang="en-US" altLang="ja-JP" sz="3600" i="0" u="none" strike="noStrike" dirty="0">
              <a:solidFill>
                <a:srgbClr val="000000"/>
              </a:solidFill>
              <a:effectLst/>
              <a:latin typeface="Arial" panose="020B0604020202020204" pitchFamily="34" charset="0"/>
            </a:endParaRPr>
          </a:p>
          <a:p>
            <a:pPr marL="571500" indent="-571500">
              <a:buFont typeface="Arial" panose="020B0604020202020204" pitchFamily="34" charset="0"/>
              <a:buChar char="•"/>
            </a:pPr>
            <a:r>
              <a:rPr lang="en" altLang="ja-JP" sz="3600" i="0" u="none" strike="noStrike" dirty="0">
                <a:solidFill>
                  <a:srgbClr val="000000"/>
                </a:solidFill>
                <a:effectLst/>
                <a:latin typeface="Arial" panose="020B0604020202020204" pitchFamily="34" charset="0"/>
              </a:rPr>
              <a:t>Gemini 1.5-Pro</a:t>
            </a:r>
            <a:r>
              <a:rPr lang="ja-JP" altLang="en-US" sz="3600">
                <a:latin typeface="Arial" panose="020B0604020202020204" pitchFamily="34" charset="0"/>
              </a:rPr>
              <a:t>でのはカテゴリ別の指示の導入により、身体的特徴、性的指向で大幅な改善が見られ、基本的なバイアス抑制効果が他のモデルと比べて高いことがわかった</a:t>
            </a:r>
            <a:br>
              <a:rPr lang="ja-JP" altLang="en-US" sz="3600">
                <a:latin typeface="Arial" panose="020B0604020202020204" pitchFamily="34" charset="0"/>
              </a:rPr>
            </a:br>
            <a:br>
              <a:rPr lang="ja-JP" altLang="en-US" sz="3600">
                <a:latin typeface="Arial" panose="020B0604020202020204" pitchFamily="34" charset="0"/>
              </a:rPr>
            </a:br>
            <a:endParaRPr lang="ja-JP" altLang="en-US" sz="3600" i="0" u="none" strike="noStrike">
              <a:solidFill>
                <a:srgbClr val="000000"/>
              </a:solidFill>
              <a:effectLst/>
              <a:latin typeface="Arial" panose="020B0604020202020204" pitchFamily="34" charset="0"/>
            </a:endParaRPr>
          </a:p>
        </p:txBody>
      </p:sp>
      <p:sp>
        <p:nvSpPr>
          <p:cNvPr id="120" name="Google Shape;89;p13">
            <a:extLst>
              <a:ext uri="{FF2B5EF4-FFF2-40B4-BE49-F238E27FC236}">
                <a16:creationId xmlns:a16="http://schemas.microsoft.com/office/drawing/2014/main" id="{48C394D7-B289-1E2D-50B1-9A2FB44848E3}"/>
              </a:ext>
            </a:extLst>
          </p:cNvPr>
          <p:cNvSpPr/>
          <p:nvPr/>
        </p:nvSpPr>
        <p:spPr>
          <a:xfrm>
            <a:off x="15682214" y="38354988"/>
            <a:ext cx="13920611" cy="705353"/>
          </a:xfrm>
          <a:prstGeom prst="rect">
            <a:avLst/>
          </a:prstGeom>
          <a:solidFill>
            <a:schemeClr val="dk2"/>
          </a:solidFill>
          <a:ln>
            <a:noFill/>
          </a:ln>
        </p:spPr>
        <p:txBody>
          <a:bodyPr spcFirstLastPara="1" wrap="square" lIns="129259" tIns="64612" rIns="129259" bIns="64612" anchor="ctr" anchorCtr="0">
            <a:noAutofit/>
          </a:bodyPr>
          <a:lstStyle/>
          <a:p>
            <a:pPr algn="ctr"/>
            <a:r>
              <a:rPr lang="ja-JP" altLang="en-US" sz="2800" b="1" spc="600">
                <a:solidFill>
                  <a:schemeClr val="bg1"/>
                </a:solidFill>
              </a:rPr>
              <a:t>参考文献</a:t>
            </a:r>
            <a:endParaRPr sz="2800" b="1" spc="600" dirty="0">
              <a:solidFill>
                <a:schemeClr val="bg1"/>
              </a:solidFill>
            </a:endParaRPr>
          </a:p>
        </p:txBody>
      </p:sp>
      <p:sp>
        <p:nvSpPr>
          <p:cNvPr id="121" name="Google Shape;90;p13">
            <a:extLst>
              <a:ext uri="{FF2B5EF4-FFF2-40B4-BE49-F238E27FC236}">
                <a16:creationId xmlns:a16="http://schemas.microsoft.com/office/drawing/2014/main" id="{B5002073-D19E-FE0C-B87B-D5A64BC19361}"/>
              </a:ext>
            </a:extLst>
          </p:cNvPr>
          <p:cNvSpPr txBox="1"/>
          <p:nvPr/>
        </p:nvSpPr>
        <p:spPr>
          <a:xfrm>
            <a:off x="15662771" y="39124136"/>
            <a:ext cx="13907092" cy="2120351"/>
          </a:xfrm>
          <a:prstGeom prst="rect">
            <a:avLst/>
          </a:prstGeom>
          <a:noFill/>
          <a:ln>
            <a:noFill/>
          </a:ln>
        </p:spPr>
        <p:txBody>
          <a:bodyPr spcFirstLastPara="1" wrap="square" lIns="129259" tIns="129259" rIns="129259" bIns="129259" anchor="t" anchorCtr="0">
            <a:noAutofit/>
          </a:bodyPr>
          <a:lstStyle/>
          <a:p>
            <a:r>
              <a:rPr lang="en-US" altLang="ja-JP" sz="2500" i="0" u="none" strike="noStrike" dirty="0">
                <a:solidFill>
                  <a:srgbClr val="000000"/>
                </a:solidFill>
                <a:effectLst/>
                <a:latin typeface="Arial" panose="020B0604020202020204" pitchFamily="34" charset="0"/>
              </a:rPr>
              <a:t>[1] Yanaka, H., Sekizawa, R., Takeshita, M., Kato, T., Han, N., &amp; Arai, H. (2024). JBBQ: A Japanese social bias QA dataset for analyzing large language models.</a:t>
            </a:r>
          </a:p>
          <a:p>
            <a:r>
              <a:rPr lang="en-US" altLang="ja-JP" sz="2500" dirty="0">
                <a:latin typeface="Arial" panose="020B0604020202020204" pitchFamily="34" charset="0"/>
              </a:rPr>
              <a:t>[2] A. Parrish, A. Chen, N. Nangia, V. Padmakumar, J. Phang, J. Thompson, P. M. Htut, and S. Bowman, "BBQ: A hand-built bias benchmark for question answering," in Findings of the Association for Computational Linguistics: ACL 2022, Dublin, Ireland, May 2022, pp. 2086–2105.</a:t>
            </a:r>
            <a:endParaRPr lang="en-US" altLang="ja-JP" sz="2500" i="0" u="none" strike="noStrike" dirty="0">
              <a:solidFill>
                <a:srgbClr val="000000"/>
              </a:solidFill>
              <a:effectLst/>
              <a:latin typeface="Arial" panose="020B0604020202020204" pitchFamily="34" charset="0"/>
            </a:endParaRPr>
          </a:p>
        </p:txBody>
      </p:sp>
      <p:sp>
        <p:nvSpPr>
          <p:cNvPr id="122" name="Google Shape;90;p13">
            <a:extLst>
              <a:ext uri="{FF2B5EF4-FFF2-40B4-BE49-F238E27FC236}">
                <a16:creationId xmlns:a16="http://schemas.microsoft.com/office/drawing/2014/main" id="{EAA34356-CB97-2A9C-8262-8D9558A7AF8B}"/>
              </a:ext>
            </a:extLst>
          </p:cNvPr>
          <p:cNvSpPr txBox="1"/>
          <p:nvPr/>
        </p:nvSpPr>
        <p:spPr>
          <a:xfrm>
            <a:off x="15662771" y="33771992"/>
            <a:ext cx="13907092" cy="4224271"/>
          </a:xfrm>
          <a:prstGeom prst="rect">
            <a:avLst/>
          </a:prstGeom>
          <a:noFill/>
          <a:ln w="38100">
            <a:solidFill>
              <a:schemeClr val="accent4">
                <a:lumMod val="60000"/>
                <a:lumOff val="40000"/>
              </a:schemeClr>
            </a:solidFill>
          </a:ln>
        </p:spPr>
        <p:txBody>
          <a:bodyPr spcFirstLastPara="1" wrap="square" lIns="129259" tIns="129259" rIns="129259" bIns="129259" anchor="t" anchorCtr="0">
            <a:noAutofit/>
          </a:bodyPr>
          <a:lstStyle/>
          <a:p>
            <a:r>
              <a:rPr lang="ja-JP" altLang="en-US" sz="3600">
                <a:latin typeface="Arial" panose="020B0604020202020204" pitchFamily="34" charset="0"/>
              </a:rPr>
              <a:t>考察</a:t>
            </a:r>
            <a:endParaRPr lang="en-US" altLang="ja-JP" sz="3600" dirty="0">
              <a:latin typeface="Arial" panose="020B0604020202020204" pitchFamily="34" charset="0"/>
            </a:endParaRPr>
          </a:p>
          <a:p>
            <a:pPr marL="571500" indent="-571500">
              <a:buFont typeface="Arial" panose="020B0604020202020204" pitchFamily="34" charset="0"/>
              <a:buChar char="•"/>
            </a:pPr>
            <a:r>
              <a:rPr lang="ja-JP" altLang="en-US" sz="3600"/>
              <a:t>単純なプロンプトでは、モデルが曖昧な推論やステレオタイプに依存しやすいことから、明確な文脈設定が必要である</a:t>
            </a:r>
            <a:endParaRPr lang="en-US" altLang="ja-JP" sz="3600" dirty="0"/>
          </a:p>
          <a:p>
            <a:pPr marL="571500" indent="-571500">
              <a:buFont typeface="Arial" panose="020B0604020202020204" pitchFamily="34" charset="0"/>
              <a:buChar char="•"/>
            </a:pPr>
            <a:r>
              <a:rPr lang="ja-JP" altLang="en-US" sz="3600">
                <a:latin typeface="Arial" panose="020B0604020202020204" pitchFamily="34" charset="0"/>
              </a:rPr>
              <a:t>豊富な文脈情報と詳細なバイアス抑制指示の併用により、</a:t>
            </a:r>
            <a:endParaRPr lang="en-US" altLang="ja-JP" sz="3600" dirty="0">
              <a:latin typeface="Arial" panose="020B0604020202020204" pitchFamily="34" charset="0"/>
            </a:endParaRPr>
          </a:p>
          <a:p>
            <a:r>
              <a:rPr lang="ja-JP" altLang="en-US" sz="3600">
                <a:latin typeface="Arial" panose="020B0604020202020204" pitchFamily="34" charset="0"/>
              </a:rPr>
              <a:t>　</a:t>
            </a:r>
            <a:r>
              <a:rPr lang="en-US" altLang="ja-JP" sz="3600" dirty="0">
                <a:latin typeface="Arial" panose="020B0604020202020204" pitchFamily="34" charset="0"/>
              </a:rPr>
              <a:t> </a:t>
            </a:r>
            <a:r>
              <a:rPr lang="ja-JP" altLang="en-US" sz="3600">
                <a:latin typeface="Arial" panose="020B0604020202020204" pitchFamily="34" charset="0"/>
              </a:rPr>
              <a:t>判断精度が向上する点は、プロンプト設計の重要性を裏付ける</a:t>
            </a:r>
            <a:endParaRPr lang="en-US" altLang="ja-JP" sz="3600" dirty="0">
              <a:latin typeface="Arial" panose="020B0604020202020204" pitchFamily="34" charset="0"/>
            </a:endParaRPr>
          </a:p>
          <a:p>
            <a:pPr marL="571500" indent="-571500">
              <a:buFont typeface="Arial" panose="020B0604020202020204" pitchFamily="34" charset="0"/>
              <a:buChar char="•"/>
            </a:pPr>
            <a:r>
              <a:rPr lang="ja-JP" altLang="en-US" sz="3600">
                <a:latin typeface="Arial" panose="020B0604020202020204" pitchFamily="34" charset="0"/>
              </a:rPr>
              <a:t>各</a:t>
            </a:r>
            <a:r>
              <a:rPr lang="en-US" altLang="ja-JP" sz="3600" dirty="0">
                <a:latin typeface="Arial" panose="020B0604020202020204" pitchFamily="34" charset="0"/>
              </a:rPr>
              <a:t>LLM</a:t>
            </a:r>
            <a:r>
              <a:rPr lang="ja-JP" altLang="en-US" sz="3600">
                <a:latin typeface="Arial" panose="020B0604020202020204" pitchFamily="34" charset="0"/>
              </a:rPr>
              <a:t>がプロンプトへの応答特性に違いを持つことから、モデルごとに最適なプロンプト設計が必要であると考えられる</a:t>
            </a:r>
            <a:endParaRPr lang="en-US" altLang="ja-JP" sz="3600" dirty="0">
              <a:latin typeface="Arial" panose="020B0604020202020204" pitchFamily="34" charset="0"/>
            </a:endParaRPr>
          </a:p>
        </p:txBody>
      </p:sp>
      <p:sp>
        <p:nvSpPr>
          <p:cNvPr id="123" name="テキスト ボックス 122">
            <a:extLst>
              <a:ext uri="{FF2B5EF4-FFF2-40B4-BE49-F238E27FC236}">
                <a16:creationId xmlns:a16="http://schemas.microsoft.com/office/drawing/2014/main" id="{24EF515D-64E1-C111-5FD6-278C5E29BA7F}"/>
              </a:ext>
            </a:extLst>
          </p:cNvPr>
          <p:cNvSpPr txBox="1"/>
          <p:nvPr/>
        </p:nvSpPr>
        <p:spPr>
          <a:xfrm>
            <a:off x="99196" y="85301"/>
            <a:ext cx="2722418" cy="1015663"/>
          </a:xfrm>
          <a:prstGeom prst="rect">
            <a:avLst/>
          </a:prstGeom>
          <a:solidFill>
            <a:schemeClr val="tx2"/>
          </a:solidFill>
        </p:spPr>
        <p:txBody>
          <a:bodyPr wrap="square" rtlCol="0">
            <a:spAutoFit/>
          </a:bodyPr>
          <a:lstStyle/>
          <a:p>
            <a:pPr algn="ctr"/>
            <a:r>
              <a:rPr kumimoji="1" lang="en-US" altLang="ja-JP" sz="6000" dirty="0">
                <a:solidFill>
                  <a:schemeClr val="tx1"/>
                </a:solidFill>
              </a:rPr>
              <a:t>3B-01</a:t>
            </a:r>
            <a:endParaRPr kumimoji="1" lang="ja-JP" altLang="en-US" sz="6000">
              <a:solidFill>
                <a:schemeClr val="tx1"/>
              </a:solidFill>
            </a:endParaRPr>
          </a:p>
        </p:txBody>
      </p:sp>
    </p:spTree>
    <p:extLst>
      <p:ext uri="{BB962C8B-B14F-4D97-AF65-F5344CB8AC3E}">
        <p14:creationId xmlns:p14="http://schemas.microsoft.com/office/powerpoint/2010/main" val="182106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テーマ 2013 - 2022">
  <a:themeElements>
    <a:clrScheme name="Office テーマ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13137</TotalTime>
  <Words>867</Words>
  <Application>Microsoft Macintosh PowerPoint</Application>
  <PresentationFormat>ユーザー設定</PresentationFormat>
  <Paragraphs>94</Paragraphs>
  <Slides>1</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Arial</vt:lpstr>
      <vt:lpstr>Calibri</vt:lpstr>
      <vt:lpstr>Noto Sans</vt:lpstr>
      <vt:lpstr>Office テーマ 2013 - 2022</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映之右 乾</cp:lastModifiedBy>
  <cp:revision>5</cp:revision>
  <cp:lastPrinted>2025-02-28T10:00:00Z</cp:lastPrinted>
  <dcterms:modified xsi:type="dcterms:W3CDTF">2025-06-18T08:28:55Z</dcterms:modified>
</cp:coreProperties>
</file>
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7" r:id="rId2"/>
  </p:sldIdLst>
  <p:sldSz cx="30275213" cy="4280376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53"/>
    <p:restoredTop sz="94658"/>
  </p:normalViewPr>
  <p:slideViewPr>
    <p:cSldViewPr snapToGrid="0">
      <p:cViewPr>
        <p:scale>
          <a:sx n="56" d="100"/>
          <a:sy n="56" d="100"/>
        </p:scale>
        <p:origin x="-1936" y="-610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61F3C15-7EEE-8046-FBB5-3EF5A6DE8754}"/>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EB9BF02F-8A8D-E2EF-6B93-CBF91FE233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a:extLst>
              <a:ext uri="{FF2B5EF4-FFF2-40B4-BE49-F238E27FC236}">
                <a16:creationId xmlns:a16="http://schemas.microsoft.com/office/drawing/2014/main" id="{C5ECE7DF-F23B-D21C-D81D-DA267917710E}"/>
              </a:ext>
            </a:extLst>
          </p:cNvPr>
          <p:cNvSpPr>
            <a:spLocks noGrp="1" noRot="1" noChangeAspect="1"/>
          </p:cNvSpPr>
          <p:nvPr>
            <p:ph type="sldImg" idx="2"/>
          </p:nvPr>
        </p:nvSpPr>
        <p:spPr>
          <a:xfrm>
            <a:off x="2217738" y="685800"/>
            <a:ext cx="24225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9897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081421" y="2278914"/>
            <a:ext cx="26112372" cy="82734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2081421" y="11394521"/>
            <a:ext cx="26112372" cy="27158595"/>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14" name="Google Shape;14;p2"/>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5" name="Google Shape;15;p2"/>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6" name="Google Shape;16;p2"/>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2270642" y="7005157"/>
            <a:ext cx="25733931" cy="1490205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4031"/>
              <a:buFont typeface="Calibri"/>
              <a:buNone/>
              <a:defRPr sz="1983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3784402" y="22481887"/>
            <a:ext cx="22706410" cy="1033433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307"/>
              </a:spcBef>
              <a:spcAft>
                <a:spcPts val="0"/>
              </a:spcAft>
              <a:buClr>
                <a:schemeClr val="dk1"/>
              </a:buClr>
              <a:buSzPts val="5612"/>
              <a:buNone/>
              <a:defRPr sz="7934"/>
            </a:lvl1pPr>
            <a:lvl2pPr lvl="1" algn="ctr">
              <a:lnSpc>
                <a:spcPct val="90000"/>
              </a:lnSpc>
              <a:spcBef>
                <a:spcPts val="1653"/>
              </a:spcBef>
              <a:spcAft>
                <a:spcPts val="0"/>
              </a:spcAft>
              <a:buClr>
                <a:schemeClr val="dk1"/>
              </a:buClr>
              <a:buSzPts val="4677"/>
              <a:buNone/>
              <a:defRPr sz="6612"/>
            </a:lvl2pPr>
            <a:lvl3pPr lvl="2" algn="ctr">
              <a:lnSpc>
                <a:spcPct val="90000"/>
              </a:lnSpc>
              <a:spcBef>
                <a:spcPts val="1653"/>
              </a:spcBef>
              <a:spcAft>
                <a:spcPts val="0"/>
              </a:spcAft>
              <a:buClr>
                <a:schemeClr val="dk1"/>
              </a:buClr>
              <a:buSzPts val="4209"/>
              <a:buNone/>
              <a:defRPr sz="5951"/>
            </a:lvl3pPr>
            <a:lvl4pPr lvl="3" algn="ctr">
              <a:lnSpc>
                <a:spcPct val="90000"/>
              </a:lnSpc>
              <a:spcBef>
                <a:spcPts val="1653"/>
              </a:spcBef>
              <a:spcAft>
                <a:spcPts val="0"/>
              </a:spcAft>
              <a:buClr>
                <a:schemeClr val="dk1"/>
              </a:buClr>
              <a:buSzPts val="3742"/>
              <a:buNone/>
              <a:defRPr sz="5289"/>
            </a:lvl4pPr>
            <a:lvl5pPr lvl="4" algn="ctr">
              <a:lnSpc>
                <a:spcPct val="90000"/>
              </a:lnSpc>
              <a:spcBef>
                <a:spcPts val="1653"/>
              </a:spcBef>
              <a:spcAft>
                <a:spcPts val="0"/>
              </a:spcAft>
              <a:buClr>
                <a:schemeClr val="dk1"/>
              </a:buClr>
              <a:buSzPts val="3742"/>
              <a:buNone/>
              <a:defRPr sz="5289"/>
            </a:lvl5pPr>
            <a:lvl6pPr lvl="5" algn="ctr">
              <a:lnSpc>
                <a:spcPct val="90000"/>
              </a:lnSpc>
              <a:spcBef>
                <a:spcPts val="1653"/>
              </a:spcBef>
              <a:spcAft>
                <a:spcPts val="0"/>
              </a:spcAft>
              <a:buClr>
                <a:schemeClr val="dk1"/>
              </a:buClr>
              <a:buSzPts val="3742"/>
              <a:buNone/>
              <a:defRPr sz="5289"/>
            </a:lvl6pPr>
            <a:lvl7pPr lvl="6" algn="ctr">
              <a:lnSpc>
                <a:spcPct val="90000"/>
              </a:lnSpc>
              <a:spcBef>
                <a:spcPts val="1653"/>
              </a:spcBef>
              <a:spcAft>
                <a:spcPts val="0"/>
              </a:spcAft>
              <a:buClr>
                <a:schemeClr val="dk1"/>
              </a:buClr>
              <a:buSzPts val="3742"/>
              <a:buNone/>
              <a:defRPr sz="5289"/>
            </a:lvl7pPr>
            <a:lvl8pPr lvl="7" algn="ctr">
              <a:lnSpc>
                <a:spcPct val="90000"/>
              </a:lnSpc>
              <a:spcBef>
                <a:spcPts val="1653"/>
              </a:spcBef>
              <a:spcAft>
                <a:spcPts val="0"/>
              </a:spcAft>
              <a:buClr>
                <a:schemeClr val="dk1"/>
              </a:buClr>
              <a:buSzPts val="3742"/>
              <a:buNone/>
              <a:defRPr sz="5289"/>
            </a:lvl8pPr>
            <a:lvl9pPr lvl="8" algn="ctr">
              <a:lnSpc>
                <a:spcPct val="90000"/>
              </a:lnSpc>
              <a:spcBef>
                <a:spcPts val="1653"/>
              </a:spcBef>
              <a:spcAft>
                <a:spcPts val="0"/>
              </a:spcAft>
              <a:buClr>
                <a:schemeClr val="dk1"/>
              </a:buClr>
              <a:buSzPts val="3742"/>
              <a:buNone/>
              <a:defRPr sz="5289"/>
            </a:lvl9pPr>
          </a:lstStyle>
          <a:p>
            <a:endParaRPr/>
          </a:p>
        </p:txBody>
      </p:sp>
      <p:sp>
        <p:nvSpPr>
          <p:cNvPr id="20" name="Google Shape;20;p3"/>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1" name="Google Shape;21;p3"/>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2" name="Google Shape;22;p3"/>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2065655" y="10671229"/>
            <a:ext cx="26112372" cy="1780517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4031"/>
              <a:buFont typeface="Calibri"/>
              <a:buNone/>
              <a:defRPr sz="1983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2065655" y="28644846"/>
            <a:ext cx="26112372" cy="9363321"/>
          </a:xfrm>
          <a:prstGeom prst="rect">
            <a:avLst/>
          </a:prstGeom>
          <a:noFill/>
          <a:ln>
            <a:noFill/>
          </a:ln>
        </p:spPr>
        <p:txBody>
          <a:bodyPr spcFirstLastPara="1" wrap="square" lIns="91425" tIns="45700" rIns="91425" bIns="45700" anchor="t" anchorCtr="0">
            <a:normAutofit/>
          </a:bodyPr>
          <a:lstStyle>
            <a:lvl1pPr marL="646389" lvl="0" indent="-323195" algn="l">
              <a:lnSpc>
                <a:spcPct val="90000"/>
              </a:lnSpc>
              <a:spcBef>
                <a:spcPts val="3307"/>
              </a:spcBef>
              <a:spcAft>
                <a:spcPts val="0"/>
              </a:spcAft>
              <a:buClr>
                <a:schemeClr val="dk1"/>
              </a:buClr>
              <a:buSzPts val="5612"/>
              <a:buNone/>
              <a:defRPr sz="7934">
                <a:solidFill>
                  <a:schemeClr val="dk1"/>
                </a:solidFill>
              </a:defRPr>
            </a:lvl1pPr>
            <a:lvl2pPr marL="1292779" lvl="1" indent="-323195" algn="l">
              <a:lnSpc>
                <a:spcPct val="90000"/>
              </a:lnSpc>
              <a:spcBef>
                <a:spcPts val="1653"/>
              </a:spcBef>
              <a:spcAft>
                <a:spcPts val="0"/>
              </a:spcAft>
              <a:buClr>
                <a:srgbClr val="888888"/>
              </a:buClr>
              <a:buSzPts val="4677"/>
              <a:buNone/>
              <a:defRPr sz="6612">
                <a:solidFill>
                  <a:srgbClr val="888888"/>
                </a:solidFill>
              </a:defRPr>
            </a:lvl2pPr>
            <a:lvl3pPr marL="1939168" lvl="2" indent="-323195" algn="l">
              <a:lnSpc>
                <a:spcPct val="90000"/>
              </a:lnSpc>
              <a:spcBef>
                <a:spcPts val="1653"/>
              </a:spcBef>
              <a:spcAft>
                <a:spcPts val="0"/>
              </a:spcAft>
              <a:buClr>
                <a:srgbClr val="888888"/>
              </a:buClr>
              <a:buSzPts val="4209"/>
              <a:buNone/>
              <a:defRPr sz="5951">
                <a:solidFill>
                  <a:srgbClr val="888888"/>
                </a:solidFill>
              </a:defRPr>
            </a:lvl3pPr>
            <a:lvl4pPr marL="2585557" lvl="3" indent="-323195" algn="l">
              <a:lnSpc>
                <a:spcPct val="90000"/>
              </a:lnSpc>
              <a:spcBef>
                <a:spcPts val="1653"/>
              </a:spcBef>
              <a:spcAft>
                <a:spcPts val="0"/>
              </a:spcAft>
              <a:buClr>
                <a:srgbClr val="888888"/>
              </a:buClr>
              <a:buSzPts val="3742"/>
              <a:buNone/>
              <a:defRPr sz="5289">
                <a:solidFill>
                  <a:srgbClr val="888888"/>
                </a:solidFill>
              </a:defRPr>
            </a:lvl4pPr>
            <a:lvl5pPr marL="3231947" lvl="4" indent="-323195" algn="l">
              <a:lnSpc>
                <a:spcPct val="90000"/>
              </a:lnSpc>
              <a:spcBef>
                <a:spcPts val="1653"/>
              </a:spcBef>
              <a:spcAft>
                <a:spcPts val="0"/>
              </a:spcAft>
              <a:buClr>
                <a:srgbClr val="888888"/>
              </a:buClr>
              <a:buSzPts val="3742"/>
              <a:buNone/>
              <a:defRPr sz="5289">
                <a:solidFill>
                  <a:srgbClr val="888888"/>
                </a:solidFill>
              </a:defRPr>
            </a:lvl5pPr>
            <a:lvl6pPr marL="3878336" lvl="5" indent="-323195" algn="l">
              <a:lnSpc>
                <a:spcPct val="90000"/>
              </a:lnSpc>
              <a:spcBef>
                <a:spcPts val="1653"/>
              </a:spcBef>
              <a:spcAft>
                <a:spcPts val="0"/>
              </a:spcAft>
              <a:buClr>
                <a:srgbClr val="888888"/>
              </a:buClr>
              <a:buSzPts val="3742"/>
              <a:buNone/>
              <a:defRPr sz="5289">
                <a:solidFill>
                  <a:srgbClr val="888888"/>
                </a:solidFill>
              </a:defRPr>
            </a:lvl6pPr>
            <a:lvl7pPr marL="4524726" lvl="6" indent="-323195" algn="l">
              <a:lnSpc>
                <a:spcPct val="90000"/>
              </a:lnSpc>
              <a:spcBef>
                <a:spcPts val="1653"/>
              </a:spcBef>
              <a:spcAft>
                <a:spcPts val="0"/>
              </a:spcAft>
              <a:buClr>
                <a:srgbClr val="888888"/>
              </a:buClr>
              <a:buSzPts val="3742"/>
              <a:buNone/>
              <a:defRPr sz="5289">
                <a:solidFill>
                  <a:srgbClr val="888888"/>
                </a:solidFill>
              </a:defRPr>
            </a:lvl7pPr>
            <a:lvl8pPr marL="5171115" lvl="7" indent="-323195" algn="l">
              <a:lnSpc>
                <a:spcPct val="90000"/>
              </a:lnSpc>
              <a:spcBef>
                <a:spcPts val="1653"/>
              </a:spcBef>
              <a:spcAft>
                <a:spcPts val="0"/>
              </a:spcAft>
              <a:buClr>
                <a:srgbClr val="888888"/>
              </a:buClr>
              <a:buSzPts val="3742"/>
              <a:buNone/>
              <a:defRPr sz="5289">
                <a:solidFill>
                  <a:srgbClr val="888888"/>
                </a:solidFill>
              </a:defRPr>
            </a:lvl8pPr>
            <a:lvl9pPr marL="5817504" lvl="8" indent="-323195" algn="l">
              <a:lnSpc>
                <a:spcPct val="90000"/>
              </a:lnSpc>
              <a:spcBef>
                <a:spcPts val="1653"/>
              </a:spcBef>
              <a:spcAft>
                <a:spcPts val="0"/>
              </a:spcAft>
              <a:buClr>
                <a:srgbClr val="888888"/>
              </a:buClr>
              <a:buSzPts val="3742"/>
              <a:buNone/>
              <a:defRPr sz="5289">
                <a:solidFill>
                  <a:srgbClr val="888888"/>
                </a:solidFill>
              </a:defRPr>
            </a:lvl9pPr>
          </a:lstStyle>
          <a:p>
            <a:endParaRPr/>
          </a:p>
        </p:txBody>
      </p:sp>
      <p:sp>
        <p:nvSpPr>
          <p:cNvPr id="26" name="Google Shape;26;p4"/>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7" name="Google Shape;27;p4"/>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8" name="Google Shape;28;p4"/>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2081421" y="2278914"/>
            <a:ext cx="26112372" cy="82734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2081421" y="11394521"/>
            <a:ext cx="12866966" cy="27158595"/>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15326827" y="11394521"/>
            <a:ext cx="12866966" cy="27158595"/>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4" name="Google Shape;34;p5"/>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5" name="Google Shape;35;p5"/>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2085364" y="2278914"/>
            <a:ext cx="26112372" cy="82734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2085368" y="10492870"/>
            <a:ext cx="12807832" cy="5142393"/>
          </a:xfrm>
          <a:prstGeom prst="rect">
            <a:avLst/>
          </a:prstGeom>
          <a:noFill/>
          <a:ln>
            <a:noFill/>
          </a:ln>
        </p:spPr>
        <p:txBody>
          <a:bodyPr spcFirstLastPara="1" wrap="square" lIns="91425" tIns="45700" rIns="91425" bIns="45700" anchor="b" anchorCtr="0">
            <a:normAutofit/>
          </a:bodyPr>
          <a:lstStyle>
            <a:lvl1pPr marL="646389" lvl="0" indent="-323195" algn="l">
              <a:lnSpc>
                <a:spcPct val="90000"/>
              </a:lnSpc>
              <a:spcBef>
                <a:spcPts val="3307"/>
              </a:spcBef>
              <a:spcAft>
                <a:spcPts val="0"/>
              </a:spcAft>
              <a:buClr>
                <a:schemeClr val="dk1"/>
              </a:buClr>
              <a:buSzPts val="5612"/>
              <a:buNone/>
              <a:defRPr sz="7934" b="1"/>
            </a:lvl1pPr>
            <a:lvl2pPr marL="1292779" lvl="1" indent="-323195" algn="l">
              <a:lnSpc>
                <a:spcPct val="90000"/>
              </a:lnSpc>
              <a:spcBef>
                <a:spcPts val="1653"/>
              </a:spcBef>
              <a:spcAft>
                <a:spcPts val="0"/>
              </a:spcAft>
              <a:buClr>
                <a:schemeClr val="dk1"/>
              </a:buClr>
              <a:buSzPts val="4677"/>
              <a:buNone/>
              <a:defRPr sz="6612" b="1"/>
            </a:lvl2pPr>
            <a:lvl3pPr marL="1939168" lvl="2" indent="-323195" algn="l">
              <a:lnSpc>
                <a:spcPct val="90000"/>
              </a:lnSpc>
              <a:spcBef>
                <a:spcPts val="1653"/>
              </a:spcBef>
              <a:spcAft>
                <a:spcPts val="0"/>
              </a:spcAft>
              <a:buClr>
                <a:schemeClr val="dk1"/>
              </a:buClr>
              <a:buSzPts val="4209"/>
              <a:buNone/>
              <a:defRPr sz="5951" b="1"/>
            </a:lvl3pPr>
            <a:lvl4pPr marL="2585557" lvl="3" indent="-323195" algn="l">
              <a:lnSpc>
                <a:spcPct val="90000"/>
              </a:lnSpc>
              <a:spcBef>
                <a:spcPts val="1653"/>
              </a:spcBef>
              <a:spcAft>
                <a:spcPts val="0"/>
              </a:spcAft>
              <a:buClr>
                <a:schemeClr val="dk1"/>
              </a:buClr>
              <a:buSzPts val="3742"/>
              <a:buNone/>
              <a:defRPr sz="5289" b="1"/>
            </a:lvl4pPr>
            <a:lvl5pPr marL="3231947" lvl="4" indent="-323195" algn="l">
              <a:lnSpc>
                <a:spcPct val="90000"/>
              </a:lnSpc>
              <a:spcBef>
                <a:spcPts val="1653"/>
              </a:spcBef>
              <a:spcAft>
                <a:spcPts val="0"/>
              </a:spcAft>
              <a:buClr>
                <a:schemeClr val="dk1"/>
              </a:buClr>
              <a:buSzPts val="3742"/>
              <a:buNone/>
              <a:defRPr sz="5289" b="1"/>
            </a:lvl5pPr>
            <a:lvl6pPr marL="3878336" lvl="5" indent="-323195" algn="l">
              <a:lnSpc>
                <a:spcPct val="90000"/>
              </a:lnSpc>
              <a:spcBef>
                <a:spcPts val="1653"/>
              </a:spcBef>
              <a:spcAft>
                <a:spcPts val="0"/>
              </a:spcAft>
              <a:buClr>
                <a:schemeClr val="dk1"/>
              </a:buClr>
              <a:buSzPts val="3742"/>
              <a:buNone/>
              <a:defRPr sz="5289" b="1"/>
            </a:lvl6pPr>
            <a:lvl7pPr marL="4524726" lvl="6" indent="-323195" algn="l">
              <a:lnSpc>
                <a:spcPct val="90000"/>
              </a:lnSpc>
              <a:spcBef>
                <a:spcPts val="1653"/>
              </a:spcBef>
              <a:spcAft>
                <a:spcPts val="0"/>
              </a:spcAft>
              <a:buClr>
                <a:schemeClr val="dk1"/>
              </a:buClr>
              <a:buSzPts val="3742"/>
              <a:buNone/>
              <a:defRPr sz="5289" b="1"/>
            </a:lvl7pPr>
            <a:lvl8pPr marL="5171115" lvl="7" indent="-323195" algn="l">
              <a:lnSpc>
                <a:spcPct val="90000"/>
              </a:lnSpc>
              <a:spcBef>
                <a:spcPts val="1653"/>
              </a:spcBef>
              <a:spcAft>
                <a:spcPts val="0"/>
              </a:spcAft>
              <a:buClr>
                <a:schemeClr val="dk1"/>
              </a:buClr>
              <a:buSzPts val="3742"/>
              <a:buNone/>
              <a:defRPr sz="5289" b="1"/>
            </a:lvl8pPr>
            <a:lvl9pPr marL="5817504" lvl="8" indent="-323195" algn="l">
              <a:lnSpc>
                <a:spcPct val="90000"/>
              </a:lnSpc>
              <a:spcBef>
                <a:spcPts val="1653"/>
              </a:spcBef>
              <a:spcAft>
                <a:spcPts val="0"/>
              </a:spcAft>
              <a:buClr>
                <a:schemeClr val="dk1"/>
              </a:buClr>
              <a:buSzPts val="3742"/>
              <a:buNone/>
              <a:defRPr sz="5289" b="1"/>
            </a:lvl9pPr>
          </a:lstStyle>
          <a:p>
            <a:endParaRPr/>
          </a:p>
        </p:txBody>
      </p:sp>
      <p:sp>
        <p:nvSpPr>
          <p:cNvPr id="39" name="Google Shape;39;p6"/>
          <p:cNvSpPr txBox="1">
            <a:spLocks noGrp="1"/>
          </p:cNvSpPr>
          <p:nvPr>
            <p:ph type="body" idx="2"/>
          </p:nvPr>
        </p:nvSpPr>
        <p:spPr>
          <a:xfrm>
            <a:off x="2085368" y="15635265"/>
            <a:ext cx="12807832" cy="22997117"/>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15326828" y="10492870"/>
            <a:ext cx="12870909" cy="5142393"/>
          </a:xfrm>
          <a:prstGeom prst="rect">
            <a:avLst/>
          </a:prstGeom>
          <a:noFill/>
          <a:ln>
            <a:noFill/>
          </a:ln>
        </p:spPr>
        <p:txBody>
          <a:bodyPr spcFirstLastPara="1" wrap="square" lIns="91425" tIns="45700" rIns="91425" bIns="45700" anchor="b" anchorCtr="0">
            <a:normAutofit/>
          </a:bodyPr>
          <a:lstStyle>
            <a:lvl1pPr marL="646389" lvl="0" indent="-323195" algn="l">
              <a:lnSpc>
                <a:spcPct val="90000"/>
              </a:lnSpc>
              <a:spcBef>
                <a:spcPts val="3307"/>
              </a:spcBef>
              <a:spcAft>
                <a:spcPts val="0"/>
              </a:spcAft>
              <a:buClr>
                <a:schemeClr val="dk1"/>
              </a:buClr>
              <a:buSzPts val="5612"/>
              <a:buNone/>
              <a:defRPr sz="7934" b="1"/>
            </a:lvl1pPr>
            <a:lvl2pPr marL="1292779" lvl="1" indent="-323195" algn="l">
              <a:lnSpc>
                <a:spcPct val="90000"/>
              </a:lnSpc>
              <a:spcBef>
                <a:spcPts val="1653"/>
              </a:spcBef>
              <a:spcAft>
                <a:spcPts val="0"/>
              </a:spcAft>
              <a:buClr>
                <a:schemeClr val="dk1"/>
              </a:buClr>
              <a:buSzPts val="4677"/>
              <a:buNone/>
              <a:defRPr sz="6612" b="1"/>
            </a:lvl2pPr>
            <a:lvl3pPr marL="1939168" lvl="2" indent="-323195" algn="l">
              <a:lnSpc>
                <a:spcPct val="90000"/>
              </a:lnSpc>
              <a:spcBef>
                <a:spcPts val="1653"/>
              </a:spcBef>
              <a:spcAft>
                <a:spcPts val="0"/>
              </a:spcAft>
              <a:buClr>
                <a:schemeClr val="dk1"/>
              </a:buClr>
              <a:buSzPts val="4209"/>
              <a:buNone/>
              <a:defRPr sz="5951" b="1"/>
            </a:lvl3pPr>
            <a:lvl4pPr marL="2585557" lvl="3" indent="-323195" algn="l">
              <a:lnSpc>
                <a:spcPct val="90000"/>
              </a:lnSpc>
              <a:spcBef>
                <a:spcPts val="1653"/>
              </a:spcBef>
              <a:spcAft>
                <a:spcPts val="0"/>
              </a:spcAft>
              <a:buClr>
                <a:schemeClr val="dk1"/>
              </a:buClr>
              <a:buSzPts val="3742"/>
              <a:buNone/>
              <a:defRPr sz="5289" b="1"/>
            </a:lvl4pPr>
            <a:lvl5pPr marL="3231947" lvl="4" indent="-323195" algn="l">
              <a:lnSpc>
                <a:spcPct val="90000"/>
              </a:lnSpc>
              <a:spcBef>
                <a:spcPts val="1653"/>
              </a:spcBef>
              <a:spcAft>
                <a:spcPts val="0"/>
              </a:spcAft>
              <a:buClr>
                <a:schemeClr val="dk1"/>
              </a:buClr>
              <a:buSzPts val="3742"/>
              <a:buNone/>
              <a:defRPr sz="5289" b="1"/>
            </a:lvl5pPr>
            <a:lvl6pPr marL="3878336" lvl="5" indent="-323195" algn="l">
              <a:lnSpc>
                <a:spcPct val="90000"/>
              </a:lnSpc>
              <a:spcBef>
                <a:spcPts val="1653"/>
              </a:spcBef>
              <a:spcAft>
                <a:spcPts val="0"/>
              </a:spcAft>
              <a:buClr>
                <a:schemeClr val="dk1"/>
              </a:buClr>
              <a:buSzPts val="3742"/>
              <a:buNone/>
              <a:defRPr sz="5289" b="1"/>
            </a:lvl6pPr>
            <a:lvl7pPr marL="4524726" lvl="6" indent="-323195" algn="l">
              <a:lnSpc>
                <a:spcPct val="90000"/>
              </a:lnSpc>
              <a:spcBef>
                <a:spcPts val="1653"/>
              </a:spcBef>
              <a:spcAft>
                <a:spcPts val="0"/>
              </a:spcAft>
              <a:buClr>
                <a:schemeClr val="dk1"/>
              </a:buClr>
              <a:buSzPts val="3742"/>
              <a:buNone/>
              <a:defRPr sz="5289" b="1"/>
            </a:lvl7pPr>
            <a:lvl8pPr marL="5171115" lvl="7" indent="-323195" algn="l">
              <a:lnSpc>
                <a:spcPct val="90000"/>
              </a:lnSpc>
              <a:spcBef>
                <a:spcPts val="1653"/>
              </a:spcBef>
              <a:spcAft>
                <a:spcPts val="0"/>
              </a:spcAft>
              <a:buClr>
                <a:schemeClr val="dk1"/>
              </a:buClr>
              <a:buSzPts val="3742"/>
              <a:buNone/>
              <a:defRPr sz="5289" b="1"/>
            </a:lvl8pPr>
            <a:lvl9pPr marL="5817504" lvl="8" indent="-323195" algn="l">
              <a:lnSpc>
                <a:spcPct val="90000"/>
              </a:lnSpc>
              <a:spcBef>
                <a:spcPts val="1653"/>
              </a:spcBef>
              <a:spcAft>
                <a:spcPts val="0"/>
              </a:spcAft>
              <a:buClr>
                <a:schemeClr val="dk1"/>
              </a:buClr>
              <a:buSzPts val="3742"/>
              <a:buNone/>
              <a:defRPr sz="5289" b="1"/>
            </a:lvl9pPr>
          </a:lstStyle>
          <a:p>
            <a:endParaRPr/>
          </a:p>
        </p:txBody>
      </p:sp>
      <p:sp>
        <p:nvSpPr>
          <p:cNvPr id="41" name="Google Shape;41;p6"/>
          <p:cNvSpPr txBox="1">
            <a:spLocks noGrp="1"/>
          </p:cNvSpPr>
          <p:nvPr>
            <p:ph type="body" idx="4"/>
          </p:nvPr>
        </p:nvSpPr>
        <p:spPr>
          <a:xfrm>
            <a:off x="15326828" y="15635265"/>
            <a:ext cx="12870909" cy="22997117"/>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3" name="Google Shape;43;p6"/>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4" name="Google Shape;44;p6"/>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2081421" y="2278914"/>
            <a:ext cx="26112372" cy="82734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8" name="Google Shape;48;p7"/>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9" name="Google Shape;49;p7"/>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2" name="Google Shape;52;p8"/>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3" name="Google Shape;53;p8"/>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2085363" y="2853585"/>
            <a:ext cx="9764545" cy="998754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7483"/>
              <a:buFont typeface="Calibri"/>
              <a:buNone/>
              <a:defRPr sz="1057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12870909" y="6162959"/>
            <a:ext cx="15326826" cy="30418415"/>
          </a:xfrm>
          <a:prstGeom prst="rect">
            <a:avLst/>
          </a:prstGeom>
          <a:noFill/>
          <a:ln>
            <a:noFill/>
          </a:ln>
        </p:spPr>
        <p:txBody>
          <a:bodyPr spcFirstLastPara="1" wrap="square" lIns="91425" tIns="45700" rIns="91425" bIns="45700" anchor="t" anchorCtr="0">
            <a:normAutofit/>
          </a:bodyPr>
          <a:lstStyle>
            <a:lvl1pPr marL="646389" lvl="0" indent="-994990" algn="l">
              <a:lnSpc>
                <a:spcPct val="90000"/>
              </a:lnSpc>
              <a:spcBef>
                <a:spcPts val="3307"/>
              </a:spcBef>
              <a:spcAft>
                <a:spcPts val="0"/>
              </a:spcAft>
              <a:buClr>
                <a:schemeClr val="dk1"/>
              </a:buClr>
              <a:buSzPts val="7483"/>
              <a:buChar char="•"/>
              <a:defRPr sz="10579"/>
            </a:lvl1pPr>
            <a:lvl2pPr marL="1292779" lvl="1" indent="-911050" algn="l">
              <a:lnSpc>
                <a:spcPct val="90000"/>
              </a:lnSpc>
              <a:spcBef>
                <a:spcPts val="1653"/>
              </a:spcBef>
              <a:spcAft>
                <a:spcPts val="0"/>
              </a:spcAft>
              <a:buClr>
                <a:schemeClr val="dk1"/>
              </a:buClr>
              <a:buSzPts val="6548"/>
              <a:buChar char="•"/>
              <a:defRPr sz="9258"/>
            </a:lvl2pPr>
            <a:lvl3pPr marL="1939168" lvl="2" indent="-827019" algn="l">
              <a:lnSpc>
                <a:spcPct val="90000"/>
              </a:lnSpc>
              <a:spcBef>
                <a:spcPts val="1653"/>
              </a:spcBef>
              <a:spcAft>
                <a:spcPts val="0"/>
              </a:spcAft>
              <a:buClr>
                <a:schemeClr val="dk1"/>
              </a:buClr>
              <a:buSzPts val="5612"/>
              <a:buChar char="•"/>
              <a:defRPr sz="7934"/>
            </a:lvl3pPr>
            <a:lvl4pPr marL="2585557" lvl="3" indent="-743078" algn="l">
              <a:lnSpc>
                <a:spcPct val="90000"/>
              </a:lnSpc>
              <a:spcBef>
                <a:spcPts val="1653"/>
              </a:spcBef>
              <a:spcAft>
                <a:spcPts val="0"/>
              </a:spcAft>
              <a:buClr>
                <a:schemeClr val="dk1"/>
              </a:buClr>
              <a:buSzPts val="4677"/>
              <a:buChar char="•"/>
              <a:defRPr sz="6612"/>
            </a:lvl4pPr>
            <a:lvl5pPr marL="3231947" lvl="4" indent="-743078" algn="l">
              <a:lnSpc>
                <a:spcPct val="90000"/>
              </a:lnSpc>
              <a:spcBef>
                <a:spcPts val="1653"/>
              </a:spcBef>
              <a:spcAft>
                <a:spcPts val="0"/>
              </a:spcAft>
              <a:buClr>
                <a:schemeClr val="dk1"/>
              </a:buClr>
              <a:buSzPts val="4677"/>
              <a:buChar char="•"/>
              <a:defRPr sz="6612"/>
            </a:lvl5pPr>
            <a:lvl6pPr marL="3878336" lvl="5" indent="-743078" algn="l">
              <a:lnSpc>
                <a:spcPct val="90000"/>
              </a:lnSpc>
              <a:spcBef>
                <a:spcPts val="1653"/>
              </a:spcBef>
              <a:spcAft>
                <a:spcPts val="0"/>
              </a:spcAft>
              <a:buClr>
                <a:schemeClr val="dk1"/>
              </a:buClr>
              <a:buSzPts val="4677"/>
              <a:buChar char="•"/>
              <a:defRPr sz="6612"/>
            </a:lvl6pPr>
            <a:lvl7pPr marL="4524726" lvl="6" indent="-743078" algn="l">
              <a:lnSpc>
                <a:spcPct val="90000"/>
              </a:lnSpc>
              <a:spcBef>
                <a:spcPts val="1653"/>
              </a:spcBef>
              <a:spcAft>
                <a:spcPts val="0"/>
              </a:spcAft>
              <a:buClr>
                <a:schemeClr val="dk1"/>
              </a:buClr>
              <a:buSzPts val="4677"/>
              <a:buChar char="•"/>
              <a:defRPr sz="6612"/>
            </a:lvl7pPr>
            <a:lvl8pPr marL="5171115" lvl="7" indent="-743078" algn="l">
              <a:lnSpc>
                <a:spcPct val="90000"/>
              </a:lnSpc>
              <a:spcBef>
                <a:spcPts val="1653"/>
              </a:spcBef>
              <a:spcAft>
                <a:spcPts val="0"/>
              </a:spcAft>
              <a:buClr>
                <a:schemeClr val="dk1"/>
              </a:buClr>
              <a:buSzPts val="4677"/>
              <a:buChar char="•"/>
              <a:defRPr sz="6612"/>
            </a:lvl8pPr>
            <a:lvl9pPr marL="5817504" lvl="8" indent="-743078" algn="l">
              <a:lnSpc>
                <a:spcPct val="90000"/>
              </a:lnSpc>
              <a:spcBef>
                <a:spcPts val="1653"/>
              </a:spcBef>
              <a:spcAft>
                <a:spcPts val="0"/>
              </a:spcAft>
              <a:buClr>
                <a:schemeClr val="dk1"/>
              </a:buClr>
              <a:buSzPts val="4677"/>
              <a:buChar char="•"/>
              <a:defRPr sz="6612"/>
            </a:lvl9pPr>
          </a:lstStyle>
          <a:p>
            <a:endParaRPr/>
          </a:p>
        </p:txBody>
      </p:sp>
      <p:sp>
        <p:nvSpPr>
          <p:cNvPr id="57" name="Google Shape;57;p9"/>
          <p:cNvSpPr txBox="1">
            <a:spLocks noGrp="1"/>
          </p:cNvSpPr>
          <p:nvPr>
            <p:ph type="body" idx="2"/>
          </p:nvPr>
        </p:nvSpPr>
        <p:spPr>
          <a:xfrm>
            <a:off x="2085363" y="12841130"/>
            <a:ext cx="9764545" cy="23789780"/>
          </a:xfrm>
          <a:prstGeom prst="rect">
            <a:avLst/>
          </a:prstGeom>
          <a:noFill/>
          <a:ln>
            <a:noFill/>
          </a:ln>
        </p:spPr>
        <p:txBody>
          <a:bodyPr spcFirstLastPara="1" wrap="square" lIns="91425" tIns="45700" rIns="91425" bIns="45700" anchor="t" anchorCtr="0">
            <a:normAutofit/>
          </a:bodyPr>
          <a:lstStyle>
            <a:lvl1pPr marL="646389" lvl="0" indent="-323195" algn="l">
              <a:lnSpc>
                <a:spcPct val="90000"/>
              </a:lnSpc>
              <a:spcBef>
                <a:spcPts val="3307"/>
              </a:spcBef>
              <a:spcAft>
                <a:spcPts val="0"/>
              </a:spcAft>
              <a:buClr>
                <a:schemeClr val="dk1"/>
              </a:buClr>
              <a:buSzPts val="3742"/>
              <a:buNone/>
              <a:defRPr sz="5289"/>
            </a:lvl1pPr>
            <a:lvl2pPr marL="1292779" lvl="1" indent="-323195" algn="l">
              <a:lnSpc>
                <a:spcPct val="90000"/>
              </a:lnSpc>
              <a:spcBef>
                <a:spcPts val="1653"/>
              </a:spcBef>
              <a:spcAft>
                <a:spcPts val="0"/>
              </a:spcAft>
              <a:buClr>
                <a:schemeClr val="dk1"/>
              </a:buClr>
              <a:buSzPts val="3274"/>
              <a:buNone/>
              <a:defRPr sz="4629"/>
            </a:lvl2pPr>
            <a:lvl3pPr marL="1939168" lvl="2" indent="-323195" algn="l">
              <a:lnSpc>
                <a:spcPct val="90000"/>
              </a:lnSpc>
              <a:spcBef>
                <a:spcPts val="1653"/>
              </a:spcBef>
              <a:spcAft>
                <a:spcPts val="0"/>
              </a:spcAft>
              <a:buClr>
                <a:schemeClr val="dk1"/>
              </a:buClr>
              <a:buSzPts val="2806"/>
              <a:buNone/>
              <a:defRPr sz="3967"/>
            </a:lvl3pPr>
            <a:lvl4pPr marL="2585557" lvl="3" indent="-323195" algn="l">
              <a:lnSpc>
                <a:spcPct val="90000"/>
              </a:lnSpc>
              <a:spcBef>
                <a:spcPts val="1653"/>
              </a:spcBef>
              <a:spcAft>
                <a:spcPts val="0"/>
              </a:spcAft>
              <a:buClr>
                <a:schemeClr val="dk1"/>
              </a:buClr>
              <a:buSzPts val="2339"/>
              <a:buNone/>
              <a:defRPr sz="3307"/>
            </a:lvl4pPr>
            <a:lvl5pPr marL="3231947" lvl="4" indent="-323195" algn="l">
              <a:lnSpc>
                <a:spcPct val="90000"/>
              </a:lnSpc>
              <a:spcBef>
                <a:spcPts val="1653"/>
              </a:spcBef>
              <a:spcAft>
                <a:spcPts val="0"/>
              </a:spcAft>
              <a:buClr>
                <a:schemeClr val="dk1"/>
              </a:buClr>
              <a:buSzPts val="2339"/>
              <a:buNone/>
              <a:defRPr sz="3307"/>
            </a:lvl5pPr>
            <a:lvl6pPr marL="3878336" lvl="5" indent="-323195" algn="l">
              <a:lnSpc>
                <a:spcPct val="90000"/>
              </a:lnSpc>
              <a:spcBef>
                <a:spcPts val="1653"/>
              </a:spcBef>
              <a:spcAft>
                <a:spcPts val="0"/>
              </a:spcAft>
              <a:buClr>
                <a:schemeClr val="dk1"/>
              </a:buClr>
              <a:buSzPts val="2339"/>
              <a:buNone/>
              <a:defRPr sz="3307"/>
            </a:lvl6pPr>
            <a:lvl7pPr marL="4524726" lvl="6" indent="-323195" algn="l">
              <a:lnSpc>
                <a:spcPct val="90000"/>
              </a:lnSpc>
              <a:spcBef>
                <a:spcPts val="1653"/>
              </a:spcBef>
              <a:spcAft>
                <a:spcPts val="0"/>
              </a:spcAft>
              <a:buClr>
                <a:schemeClr val="dk1"/>
              </a:buClr>
              <a:buSzPts val="2339"/>
              <a:buNone/>
              <a:defRPr sz="3307"/>
            </a:lvl7pPr>
            <a:lvl8pPr marL="5171115" lvl="7" indent="-323195" algn="l">
              <a:lnSpc>
                <a:spcPct val="90000"/>
              </a:lnSpc>
              <a:spcBef>
                <a:spcPts val="1653"/>
              </a:spcBef>
              <a:spcAft>
                <a:spcPts val="0"/>
              </a:spcAft>
              <a:buClr>
                <a:schemeClr val="dk1"/>
              </a:buClr>
              <a:buSzPts val="2339"/>
              <a:buNone/>
              <a:defRPr sz="3307"/>
            </a:lvl8pPr>
            <a:lvl9pPr marL="5817504" lvl="8" indent="-323195" algn="l">
              <a:lnSpc>
                <a:spcPct val="90000"/>
              </a:lnSpc>
              <a:spcBef>
                <a:spcPts val="1653"/>
              </a:spcBef>
              <a:spcAft>
                <a:spcPts val="0"/>
              </a:spcAft>
              <a:buClr>
                <a:schemeClr val="dk1"/>
              </a:buClr>
              <a:buSzPts val="2339"/>
              <a:buNone/>
              <a:defRPr sz="3307"/>
            </a:lvl9pPr>
          </a:lstStyle>
          <a:p>
            <a:endParaRPr/>
          </a:p>
        </p:txBody>
      </p:sp>
      <p:sp>
        <p:nvSpPr>
          <p:cNvPr id="58" name="Google Shape;58;p9"/>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9" name="Google Shape;59;p9"/>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0" name="Google Shape;60;p9"/>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2085363" y="2853585"/>
            <a:ext cx="9764545" cy="998754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7483"/>
              <a:buFont typeface="Calibri"/>
              <a:buNone/>
              <a:defRPr sz="1057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2870909" y="6162959"/>
            <a:ext cx="15326826" cy="30418415"/>
          </a:xfrm>
          <a:prstGeom prst="rect">
            <a:avLst/>
          </a:prstGeom>
          <a:noFill/>
          <a:ln>
            <a:noFill/>
          </a:ln>
        </p:spPr>
      </p:sp>
      <p:sp>
        <p:nvSpPr>
          <p:cNvPr id="64" name="Google Shape;64;p10"/>
          <p:cNvSpPr txBox="1">
            <a:spLocks noGrp="1"/>
          </p:cNvSpPr>
          <p:nvPr>
            <p:ph type="body" idx="1"/>
          </p:nvPr>
        </p:nvSpPr>
        <p:spPr>
          <a:xfrm>
            <a:off x="2085363" y="12841130"/>
            <a:ext cx="9764545" cy="23789780"/>
          </a:xfrm>
          <a:prstGeom prst="rect">
            <a:avLst/>
          </a:prstGeom>
          <a:noFill/>
          <a:ln>
            <a:noFill/>
          </a:ln>
        </p:spPr>
        <p:txBody>
          <a:bodyPr spcFirstLastPara="1" wrap="square" lIns="91425" tIns="45700" rIns="91425" bIns="45700" anchor="t" anchorCtr="0">
            <a:normAutofit/>
          </a:bodyPr>
          <a:lstStyle>
            <a:lvl1pPr marL="646389" lvl="0" indent="-323195" algn="l">
              <a:lnSpc>
                <a:spcPct val="90000"/>
              </a:lnSpc>
              <a:spcBef>
                <a:spcPts val="3307"/>
              </a:spcBef>
              <a:spcAft>
                <a:spcPts val="0"/>
              </a:spcAft>
              <a:buClr>
                <a:schemeClr val="dk1"/>
              </a:buClr>
              <a:buSzPts val="3742"/>
              <a:buNone/>
              <a:defRPr sz="5289"/>
            </a:lvl1pPr>
            <a:lvl2pPr marL="1292779" lvl="1" indent="-323195" algn="l">
              <a:lnSpc>
                <a:spcPct val="90000"/>
              </a:lnSpc>
              <a:spcBef>
                <a:spcPts val="1653"/>
              </a:spcBef>
              <a:spcAft>
                <a:spcPts val="0"/>
              </a:spcAft>
              <a:buClr>
                <a:schemeClr val="dk1"/>
              </a:buClr>
              <a:buSzPts val="3274"/>
              <a:buNone/>
              <a:defRPr sz="4629"/>
            </a:lvl2pPr>
            <a:lvl3pPr marL="1939168" lvl="2" indent="-323195" algn="l">
              <a:lnSpc>
                <a:spcPct val="90000"/>
              </a:lnSpc>
              <a:spcBef>
                <a:spcPts val="1653"/>
              </a:spcBef>
              <a:spcAft>
                <a:spcPts val="0"/>
              </a:spcAft>
              <a:buClr>
                <a:schemeClr val="dk1"/>
              </a:buClr>
              <a:buSzPts val="2806"/>
              <a:buNone/>
              <a:defRPr sz="3967"/>
            </a:lvl3pPr>
            <a:lvl4pPr marL="2585557" lvl="3" indent="-323195" algn="l">
              <a:lnSpc>
                <a:spcPct val="90000"/>
              </a:lnSpc>
              <a:spcBef>
                <a:spcPts val="1653"/>
              </a:spcBef>
              <a:spcAft>
                <a:spcPts val="0"/>
              </a:spcAft>
              <a:buClr>
                <a:schemeClr val="dk1"/>
              </a:buClr>
              <a:buSzPts val="2339"/>
              <a:buNone/>
              <a:defRPr sz="3307"/>
            </a:lvl4pPr>
            <a:lvl5pPr marL="3231947" lvl="4" indent="-323195" algn="l">
              <a:lnSpc>
                <a:spcPct val="90000"/>
              </a:lnSpc>
              <a:spcBef>
                <a:spcPts val="1653"/>
              </a:spcBef>
              <a:spcAft>
                <a:spcPts val="0"/>
              </a:spcAft>
              <a:buClr>
                <a:schemeClr val="dk1"/>
              </a:buClr>
              <a:buSzPts val="2339"/>
              <a:buNone/>
              <a:defRPr sz="3307"/>
            </a:lvl5pPr>
            <a:lvl6pPr marL="3878336" lvl="5" indent="-323195" algn="l">
              <a:lnSpc>
                <a:spcPct val="90000"/>
              </a:lnSpc>
              <a:spcBef>
                <a:spcPts val="1653"/>
              </a:spcBef>
              <a:spcAft>
                <a:spcPts val="0"/>
              </a:spcAft>
              <a:buClr>
                <a:schemeClr val="dk1"/>
              </a:buClr>
              <a:buSzPts val="2339"/>
              <a:buNone/>
              <a:defRPr sz="3307"/>
            </a:lvl6pPr>
            <a:lvl7pPr marL="4524726" lvl="6" indent="-323195" algn="l">
              <a:lnSpc>
                <a:spcPct val="90000"/>
              </a:lnSpc>
              <a:spcBef>
                <a:spcPts val="1653"/>
              </a:spcBef>
              <a:spcAft>
                <a:spcPts val="0"/>
              </a:spcAft>
              <a:buClr>
                <a:schemeClr val="dk1"/>
              </a:buClr>
              <a:buSzPts val="2339"/>
              <a:buNone/>
              <a:defRPr sz="3307"/>
            </a:lvl7pPr>
            <a:lvl8pPr marL="5171115" lvl="7" indent="-323195" algn="l">
              <a:lnSpc>
                <a:spcPct val="90000"/>
              </a:lnSpc>
              <a:spcBef>
                <a:spcPts val="1653"/>
              </a:spcBef>
              <a:spcAft>
                <a:spcPts val="0"/>
              </a:spcAft>
              <a:buClr>
                <a:schemeClr val="dk1"/>
              </a:buClr>
              <a:buSzPts val="2339"/>
              <a:buNone/>
              <a:defRPr sz="3307"/>
            </a:lvl8pPr>
            <a:lvl9pPr marL="5817504" lvl="8" indent="-323195" algn="l">
              <a:lnSpc>
                <a:spcPct val="90000"/>
              </a:lnSpc>
              <a:spcBef>
                <a:spcPts val="1653"/>
              </a:spcBef>
              <a:spcAft>
                <a:spcPts val="0"/>
              </a:spcAft>
              <a:buClr>
                <a:schemeClr val="dk1"/>
              </a:buClr>
              <a:buSzPts val="2339"/>
              <a:buNone/>
              <a:defRPr sz="3307"/>
            </a:lvl9pPr>
          </a:lstStyle>
          <a:p>
            <a:endParaRPr/>
          </a:p>
        </p:txBody>
      </p:sp>
      <p:sp>
        <p:nvSpPr>
          <p:cNvPr id="65" name="Google Shape;65;p10"/>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6" name="Google Shape;66;p10"/>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7" name="Google Shape;67;p10"/>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2081421" y="2278914"/>
            <a:ext cx="26112372" cy="82734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1558310" y="11917633"/>
            <a:ext cx="27158595" cy="26112372"/>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2" name="Google Shape;72;p11"/>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3" name="Google Shape;73;p11"/>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6792642" y="17151963"/>
            <a:ext cx="36274211" cy="652809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6452764" y="10813092"/>
            <a:ext cx="36274211" cy="19205838"/>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8" name="Google Shape;78;p12"/>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9" name="Google Shape;79;p12"/>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81421" y="2278914"/>
            <a:ext cx="26112372" cy="827341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0289"/>
              <a:buFont typeface="Calibri"/>
              <a:buNone/>
              <a:defRPr sz="1028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081421" y="11394521"/>
            <a:ext cx="26112372" cy="27158595"/>
          </a:xfrm>
          <a:prstGeom prst="rect">
            <a:avLst/>
          </a:prstGeom>
          <a:noFill/>
          <a:ln>
            <a:noFill/>
          </a:ln>
        </p:spPr>
        <p:txBody>
          <a:bodyPr spcFirstLastPara="1" wrap="square" lIns="91425" tIns="45700" rIns="91425" bIns="45700" anchor="t" anchorCtr="0">
            <a:normAutofit/>
          </a:bodyPr>
          <a:lstStyle>
            <a:lvl1pPr marL="457200" marR="0" lvl="0" indent="-644398" algn="l" rtl="0">
              <a:lnSpc>
                <a:spcPct val="90000"/>
              </a:lnSpc>
              <a:spcBef>
                <a:spcPts val="2339"/>
              </a:spcBef>
              <a:spcAft>
                <a:spcPts val="0"/>
              </a:spcAft>
              <a:buClr>
                <a:schemeClr val="dk1"/>
              </a:buClr>
              <a:buSzPts val="6548"/>
              <a:buFont typeface="Arial"/>
              <a:buChar char="•"/>
              <a:defRPr sz="6548" b="0" i="0" u="none" strike="noStrike" cap="none">
                <a:solidFill>
                  <a:schemeClr val="dk1"/>
                </a:solidFill>
                <a:latin typeface="Calibri"/>
                <a:ea typeface="Calibri"/>
                <a:cs typeface="Calibri"/>
                <a:sym typeface="Calibri"/>
              </a:defRPr>
            </a:lvl1pPr>
            <a:lvl2pPr marL="914400" marR="0" lvl="1" indent="-584962" algn="l" rtl="0">
              <a:lnSpc>
                <a:spcPct val="90000"/>
              </a:lnSpc>
              <a:spcBef>
                <a:spcPts val="1169"/>
              </a:spcBef>
              <a:spcAft>
                <a:spcPts val="0"/>
              </a:spcAft>
              <a:buClr>
                <a:schemeClr val="dk1"/>
              </a:buClr>
              <a:buSzPts val="5612"/>
              <a:buFont typeface="Arial"/>
              <a:buChar char="•"/>
              <a:defRPr sz="5612" b="0" i="0" u="none" strike="noStrike" cap="none">
                <a:solidFill>
                  <a:schemeClr val="dk1"/>
                </a:solidFill>
                <a:latin typeface="Calibri"/>
                <a:ea typeface="Calibri"/>
                <a:cs typeface="Calibri"/>
                <a:sym typeface="Calibri"/>
              </a:defRPr>
            </a:lvl2pPr>
            <a:lvl3pPr marL="1371600" marR="0" lvl="2" indent="-525589" algn="l" rtl="0">
              <a:lnSpc>
                <a:spcPct val="90000"/>
              </a:lnSpc>
              <a:spcBef>
                <a:spcPts val="1169"/>
              </a:spcBef>
              <a:spcAft>
                <a:spcPts val="0"/>
              </a:spcAft>
              <a:buClr>
                <a:schemeClr val="dk1"/>
              </a:buClr>
              <a:buSzPts val="4677"/>
              <a:buFont typeface="Arial"/>
              <a:buChar char="•"/>
              <a:defRPr sz="4677" b="0" i="0" u="none" strike="noStrike" cap="none">
                <a:solidFill>
                  <a:schemeClr val="dk1"/>
                </a:solidFill>
                <a:latin typeface="Calibri"/>
                <a:ea typeface="Calibri"/>
                <a:cs typeface="Calibri"/>
                <a:sym typeface="Calibri"/>
              </a:defRPr>
            </a:lvl3pPr>
            <a:lvl4pPr marL="1828800" marR="0" lvl="3"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4pPr>
            <a:lvl5pPr marL="2286000" marR="0" lvl="4"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5pPr>
            <a:lvl6pPr marL="2743200" marR="0" lvl="5"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6pPr>
            <a:lvl7pPr marL="3200400" marR="0" lvl="6"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7pPr>
            <a:lvl8pPr marL="3657600" marR="0" lvl="7"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8pPr>
            <a:lvl9pPr marL="4114800" marR="0" lvl="8"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967"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9pPr>
          </a:lstStyle>
          <a:p>
            <a:endParaRPr dirty="0"/>
          </a:p>
        </p:txBody>
      </p:sp>
      <p:sp>
        <p:nvSpPr>
          <p:cNvPr id="9" name="Google Shape;9;p1"/>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967"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9pPr>
          </a:lstStyle>
          <a:p>
            <a:endParaRPr dirty="0"/>
          </a:p>
        </p:txBody>
      </p:sp>
      <p:sp>
        <p:nvSpPr>
          <p:cNvPr id="10" name="Google Shape;10;p1"/>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3967" b="0" i="0" u="none" strike="noStrike" cap="none">
                <a:solidFill>
                  <a:srgbClr val="888888"/>
                </a:solidFill>
                <a:latin typeface="Calibri"/>
                <a:ea typeface="Calibri"/>
                <a:cs typeface="Calibri"/>
                <a:sym typeface="Calibri"/>
              </a:defRPr>
            </a:lvl1pPr>
            <a:lvl2pPr marL="0" marR="0" lvl="1" indent="0" algn="r" rtl="0">
              <a:spcBef>
                <a:spcPts val="0"/>
              </a:spcBef>
              <a:buNone/>
              <a:defRPr sz="3967" b="0" i="0" u="none" strike="noStrike" cap="none">
                <a:solidFill>
                  <a:srgbClr val="888888"/>
                </a:solidFill>
                <a:latin typeface="Calibri"/>
                <a:ea typeface="Calibri"/>
                <a:cs typeface="Calibri"/>
                <a:sym typeface="Calibri"/>
              </a:defRPr>
            </a:lvl2pPr>
            <a:lvl3pPr marL="0" marR="0" lvl="2" indent="0" algn="r" rtl="0">
              <a:spcBef>
                <a:spcPts val="0"/>
              </a:spcBef>
              <a:buNone/>
              <a:defRPr sz="3967" b="0" i="0" u="none" strike="noStrike" cap="none">
                <a:solidFill>
                  <a:srgbClr val="888888"/>
                </a:solidFill>
                <a:latin typeface="Calibri"/>
                <a:ea typeface="Calibri"/>
                <a:cs typeface="Calibri"/>
                <a:sym typeface="Calibri"/>
              </a:defRPr>
            </a:lvl3pPr>
            <a:lvl4pPr marL="0" marR="0" lvl="3" indent="0" algn="r" rtl="0">
              <a:spcBef>
                <a:spcPts val="0"/>
              </a:spcBef>
              <a:buNone/>
              <a:defRPr sz="3967" b="0" i="0" u="none" strike="noStrike" cap="none">
                <a:solidFill>
                  <a:srgbClr val="888888"/>
                </a:solidFill>
                <a:latin typeface="Calibri"/>
                <a:ea typeface="Calibri"/>
                <a:cs typeface="Calibri"/>
                <a:sym typeface="Calibri"/>
              </a:defRPr>
            </a:lvl4pPr>
            <a:lvl5pPr marL="0" marR="0" lvl="4" indent="0" algn="r" rtl="0">
              <a:spcBef>
                <a:spcPts val="0"/>
              </a:spcBef>
              <a:buNone/>
              <a:defRPr sz="3967" b="0" i="0" u="none" strike="noStrike" cap="none">
                <a:solidFill>
                  <a:srgbClr val="888888"/>
                </a:solidFill>
                <a:latin typeface="Calibri"/>
                <a:ea typeface="Calibri"/>
                <a:cs typeface="Calibri"/>
                <a:sym typeface="Calibri"/>
              </a:defRPr>
            </a:lvl5pPr>
            <a:lvl6pPr marL="0" marR="0" lvl="5" indent="0" algn="r" rtl="0">
              <a:spcBef>
                <a:spcPts val="0"/>
              </a:spcBef>
              <a:buNone/>
              <a:defRPr sz="3967" b="0" i="0" u="none" strike="noStrike" cap="none">
                <a:solidFill>
                  <a:srgbClr val="888888"/>
                </a:solidFill>
                <a:latin typeface="Calibri"/>
                <a:ea typeface="Calibri"/>
                <a:cs typeface="Calibri"/>
                <a:sym typeface="Calibri"/>
              </a:defRPr>
            </a:lvl6pPr>
            <a:lvl7pPr marL="0" marR="0" lvl="6" indent="0" algn="r" rtl="0">
              <a:spcBef>
                <a:spcPts val="0"/>
              </a:spcBef>
              <a:buNone/>
              <a:defRPr sz="3967" b="0" i="0" u="none" strike="noStrike" cap="none">
                <a:solidFill>
                  <a:srgbClr val="888888"/>
                </a:solidFill>
                <a:latin typeface="Calibri"/>
                <a:ea typeface="Calibri"/>
                <a:cs typeface="Calibri"/>
                <a:sym typeface="Calibri"/>
              </a:defRPr>
            </a:lvl7pPr>
            <a:lvl8pPr marL="0" marR="0" lvl="7" indent="0" algn="r" rtl="0">
              <a:spcBef>
                <a:spcPts val="0"/>
              </a:spcBef>
              <a:buNone/>
              <a:defRPr sz="3967" b="0" i="0" u="none" strike="noStrike" cap="none">
                <a:solidFill>
                  <a:srgbClr val="888888"/>
                </a:solidFill>
                <a:latin typeface="Calibri"/>
                <a:ea typeface="Calibri"/>
                <a:cs typeface="Calibri"/>
                <a:sym typeface="Calibri"/>
              </a:defRPr>
            </a:lvl8pPr>
            <a:lvl9pPr marL="0" marR="0" lvl="8" indent="0" algn="r" rtl="0">
              <a:spcBef>
                <a:spcPts val="0"/>
              </a:spcBef>
              <a:buNone/>
              <a:defRPr sz="3967"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a:extLst>
            <a:ext uri="{FF2B5EF4-FFF2-40B4-BE49-F238E27FC236}">
              <a16:creationId xmlns:a16="http://schemas.microsoft.com/office/drawing/2014/main" id="{9C5A003A-1976-D579-FF42-C0FC34BFF6DB}"/>
            </a:ext>
          </a:extLst>
        </p:cNvPr>
        <p:cNvGrpSpPr/>
        <p:nvPr/>
      </p:nvGrpSpPr>
      <p:grpSpPr>
        <a:xfrm>
          <a:off x="0" y="0"/>
          <a:ext cx="0" cy="0"/>
          <a:chOff x="0" y="0"/>
          <a:chExt cx="0" cy="0"/>
        </a:xfrm>
      </p:grpSpPr>
      <p:sp>
        <p:nvSpPr>
          <p:cNvPr id="2" name="Google Shape;86;p13">
            <a:extLst>
              <a:ext uri="{FF2B5EF4-FFF2-40B4-BE49-F238E27FC236}">
                <a16:creationId xmlns:a16="http://schemas.microsoft.com/office/drawing/2014/main" id="{EA75745F-5597-057E-79CD-585D8B4B77DC}"/>
              </a:ext>
            </a:extLst>
          </p:cNvPr>
          <p:cNvSpPr/>
          <p:nvPr/>
        </p:nvSpPr>
        <p:spPr>
          <a:xfrm>
            <a:off x="7290" y="1151363"/>
            <a:ext cx="30267923" cy="4913480"/>
          </a:xfrm>
          <a:prstGeom prst="rect">
            <a:avLst/>
          </a:prstGeom>
          <a:solidFill>
            <a:schemeClr val="bg2">
              <a:lumMod val="20000"/>
              <a:lumOff val="80000"/>
            </a:schemeClr>
          </a:solidFill>
          <a:ln>
            <a:solidFill>
              <a:schemeClr val="bg2">
                <a:lumMod val="20000"/>
                <a:lumOff val="80000"/>
              </a:schemeClr>
            </a:solidFill>
          </a:ln>
        </p:spPr>
        <p:txBody>
          <a:bodyPr spcFirstLastPara="1" wrap="square" lIns="129259" tIns="64612" rIns="129259" bIns="64612" anchor="ctr" anchorCtr="0">
            <a:noAutofit/>
          </a:bodyPr>
          <a:lstStyle/>
          <a:p>
            <a:pPr algn="ctr"/>
            <a:endParaRPr lang="ja-JP" altLang="en-US" sz="4800">
              <a:highlight>
                <a:srgbClr val="FFFF00"/>
              </a:highlight>
            </a:endParaRPr>
          </a:p>
        </p:txBody>
      </p:sp>
      <p:sp>
        <p:nvSpPr>
          <p:cNvPr id="86" name="Google Shape;86;p13">
            <a:extLst>
              <a:ext uri="{FF2B5EF4-FFF2-40B4-BE49-F238E27FC236}">
                <a16:creationId xmlns:a16="http://schemas.microsoft.com/office/drawing/2014/main" id="{C94E680C-EA0B-58B8-9C62-0A10F3171109}"/>
              </a:ext>
            </a:extLst>
          </p:cNvPr>
          <p:cNvSpPr/>
          <p:nvPr/>
        </p:nvSpPr>
        <p:spPr>
          <a:xfrm>
            <a:off x="0" y="-6794"/>
            <a:ext cx="30289209" cy="1235715"/>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800">
                <a:solidFill>
                  <a:srgbClr val="FFFFFF"/>
                </a:solidFill>
                <a:latin typeface="+mj-lt"/>
                <a:cs typeface="Calibri"/>
                <a:sym typeface="Calibri"/>
              </a:rPr>
              <a:t>第18回データ工学と情報マネジメントに関するフォーラム (2026/3/2)</a:t>
            </a:r>
          </a:p>
        </p:txBody>
      </p:sp>
      <p:sp>
        <p:nvSpPr>
          <p:cNvPr id="87" name="Google Shape;87;p13">
            <a:extLst>
              <a:ext uri="{FF2B5EF4-FFF2-40B4-BE49-F238E27FC236}">
                <a16:creationId xmlns:a16="http://schemas.microsoft.com/office/drawing/2014/main" id="{395DEA9F-6DA4-3259-F27D-0B19B1AF88C3}"/>
              </a:ext>
            </a:extLst>
          </p:cNvPr>
          <p:cNvSpPr txBox="1"/>
          <p:nvPr/>
        </p:nvSpPr>
        <p:spPr>
          <a:xfrm>
            <a:off x="3565013" y="918542"/>
            <a:ext cx="23117295" cy="3676612"/>
          </a:xfrm>
          <a:prstGeom prst="rect">
            <a:avLst/>
          </a:prstGeom>
          <a:noFill/>
          <a:ln>
            <a:noFill/>
          </a:ln>
        </p:spPr>
        <p:txBody>
          <a:bodyPr spcFirstLastPara="1" wrap="square" lIns="129259" tIns="64612" rIns="129259" bIns="64612" anchor="ctr" anchorCtr="0">
            <a:noAutofit/>
          </a:bodyPr>
          <a:lstStyle/>
          <a:p>
            <a:pPr algn="ctr">
              <a:lnSpc>
                <a:spcPct val="90000"/>
              </a:lnSpc>
            </a:pPr>
            <a:r>
              <a:rPr lang="ja-JP" altLang="en-US" sz="8000"/>
              <a:t>特徴量選択による</a:t>
            </a:r>
            <a:endParaRPr lang="en-US" altLang="ja-JP" sz="8000" dirty="0"/>
          </a:p>
          <a:p>
            <a:pPr algn="ctr">
              <a:lnSpc>
                <a:spcPct val="90000"/>
              </a:lnSpc>
            </a:pPr>
            <a:r>
              <a:rPr lang="ja-JP" altLang="en-US" sz="8000"/>
              <a:t>日常的意思決定の個人化後悔予測モデル実装</a:t>
            </a:r>
            <a:endParaRPr lang="en" altLang="ja-JP" sz="8000" spc="600" dirty="0">
              <a:solidFill>
                <a:schemeClr val="tx1"/>
              </a:solidFill>
              <a:effectLst/>
              <a:latin typeface="+mj-lt"/>
              <a:ea typeface="MS Gothic" panose="020B0609070205080204" pitchFamily="49" charset="-128"/>
            </a:endParaRPr>
          </a:p>
        </p:txBody>
      </p:sp>
      <p:sp>
        <p:nvSpPr>
          <p:cNvPr id="88" name="Google Shape;88;p13">
            <a:extLst>
              <a:ext uri="{FF2B5EF4-FFF2-40B4-BE49-F238E27FC236}">
                <a16:creationId xmlns:a16="http://schemas.microsoft.com/office/drawing/2014/main" id="{0EFD3EDB-792C-255B-2BCD-B32AD446D610}"/>
              </a:ext>
            </a:extLst>
          </p:cNvPr>
          <p:cNvSpPr txBox="1"/>
          <p:nvPr/>
        </p:nvSpPr>
        <p:spPr>
          <a:xfrm>
            <a:off x="11499534" y="3708950"/>
            <a:ext cx="7276143" cy="1305523"/>
          </a:xfrm>
          <a:prstGeom prst="rect">
            <a:avLst/>
          </a:prstGeom>
          <a:noFill/>
          <a:ln>
            <a:noFill/>
          </a:ln>
        </p:spPr>
        <p:txBody>
          <a:bodyPr spcFirstLastPara="1" wrap="square" lIns="129259" tIns="64612" rIns="129259" bIns="64612" anchor="ctr" anchorCtr="0">
            <a:normAutofit/>
          </a:bodyPr>
          <a:lstStyle/>
          <a:p>
            <a:pPr algn="ctr">
              <a:lnSpc>
                <a:spcPct val="90000"/>
              </a:lnSpc>
              <a:buSzPts val="3900"/>
            </a:pPr>
            <a:r>
              <a:rPr lang="ja-JP" altLang="en-US" sz="4800">
                <a:solidFill>
                  <a:schemeClr val="tx2">
                    <a:lumMod val="25000"/>
                  </a:schemeClr>
                </a:solidFill>
                <a:latin typeface="+mj-lt"/>
                <a:ea typeface="Calibri"/>
                <a:cs typeface="Calibri"/>
                <a:sym typeface="Calibri"/>
              </a:rPr>
              <a:t>乾 映之右†　石橋 直樹†</a:t>
            </a:r>
          </a:p>
        </p:txBody>
      </p:sp>
      <p:sp>
        <p:nvSpPr>
          <p:cNvPr id="89" name="Google Shape;89;p13">
            <a:extLst>
              <a:ext uri="{FF2B5EF4-FFF2-40B4-BE49-F238E27FC236}">
                <a16:creationId xmlns:a16="http://schemas.microsoft.com/office/drawing/2014/main" id="{3720F4A6-638C-7C5E-6BE2-1D0C075D4D32}"/>
              </a:ext>
            </a:extLst>
          </p:cNvPr>
          <p:cNvSpPr/>
          <p:nvPr/>
        </p:nvSpPr>
        <p:spPr>
          <a:xfrm>
            <a:off x="747689" y="6479138"/>
            <a:ext cx="28793830" cy="1047253"/>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000" b="1" spc="600">
                <a:solidFill>
                  <a:srgbClr val="FFFFFF"/>
                </a:solidFill>
                <a:latin typeface="Calibri"/>
                <a:ea typeface="Calibri"/>
                <a:cs typeface="Calibri"/>
                <a:sym typeface="Calibri"/>
              </a:rPr>
              <a:t>背景・目的</a:t>
            </a:r>
            <a:endParaRPr sz="4000" b="1" spc="600" dirty="0"/>
          </a:p>
        </p:txBody>
      </p:sp>
      <p:sp>
        <p:nvSpPr>
          <p:cNvPr id="98" name="Google Shape;98;p13">
            <a:extLst>
              <a:ext uri="{FF2B5EF4-FFF2-40B4-BE49-F238E27FC236}">
                <a16:creationId xmlns:a16="http://schemas.microsoft.com/office/drawing/2014/main" id="{08A031CE-00C4-0CFA-FD6C-A19E4D30BFA3}"/>
              </a:ext>
            </a:extLst>
          </p:cNvPr>
          <p:cNvSpPr/>
          <p:nvPr/>
        </p:nvSpPr>
        <p:spPr>
          <a:xfrm>
            <a:off x="21287" y="41503347"/>
            <a:ext cx="30232746" cy="1305523"/>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800" b="0" i="0">
                <a:solidFill>
                  <a:schemeClr val="bg1"/>
                </a:solidFill>
                <a:effectLst/>
                <a:latin typeface="Arial" panose="020B0604020202020204" pitchFamily="34" charset="0"/>
              </a:rPr>
              <a:t>武蔵野大学データサイエンス学部データサイエンス学科</a:t>
            </a:r>
          </a:p>
        </p:txBody>
      </p:sp>
      <p:sp>
        <p:nvSpPr>
          <p:cNvPr id="4" name="Google Shape;88;p13">
            <a:extLst>
              <a:ext uri="{FF2B5EF4-FFF2-40B4-BE49-F238E27FC236}">
                <a16:creationId xmlns:a16="http://schemas.microsoft.com/office/drawing/2014/main" id="{C1FB3DE2-2FAC-E6AA-5D92-C2E175D60796}"/>
              </a:ext>
            </a:extLst>
          </p:cNvPr>
          <p:cNvSpPr txBox="1"/>
          <p:nvPr/>
        </p:nvSpPr>
        <p:spPr>
          <a:xfrm>
            <a:off x="6278286" y="4595154"/>
            <a:ext cx="17718639" cy="1305523"/>
          </a:xfrm>
          <a:prstGeom prst="rect">
            <a:avLst/>
          </a:prstGeom>
          <a:noFill/>
          <a:ln>
            <a:noFill/>
          </a:ln>
        </p:spPr>
        <p:txBody>
          <a:bodyPr spcFirstLastPara="1" wrap="square" lIns="129259" tIns="64612" rIns="129259" bIns="64612" anchor="ctr" anchorCtr="0">
            <a:normAutofit/>
          </a:bodyPr>
          <a:lstStyle/>
          <a:p>
            <a:pPr algn="ctr">
              <a:lnSpc>
                <a:spcPct val="90000"/>
              </a:lnSpc>
              <a:buSzPts val="3900"/>
            </a:pPr>
            <a:r>
              <a:rPr lang="en-US" altLang="ja-JP" sz="4800" b="0" i="0" dirty="0">
                <a:solidFill>
                  <a:schemeClr val="tx2">
                    <a:lumMod val="25000"/>
                  </a:schemeClr>
                </a:solidFill>
                <a:effectLst/>
                <a:latin typeface="Noto Sans" panose="020B0604020202020204" pitchFamily="34" charset="0"/>
              </a:rPr>
              <a:t>†</a:t>
            </a:r>
            <a:r>
              <a:rPr lang="ja-JP" altLang="en-US" sz="4800" b="0" i="0">
                <a:solidFill>
                  <a:schemeClr val="tx2">
                    <a:lumMod val="25000"/>
                  </a:schemeClr>
                </a:solidFill>
                <a:effectLst/>
                <a:latin typeface="Noto Sans" panose="020B0604020202020204" pitchFamily="34" charset="0"/>
              </a:rPr>
              <a:t>武蔵野大学</a:t>
            </a:r>
            <a:r>
              <a:rPr lang="ja-JP" altLang="en-US" sz="4800" b="0" i="0">
                <a:solidFill>
                  <a:schemeClr val="tx2">
                    <a:lumMod val="25000"/>
                  </a:schemeClr>
                </a:solidFill>
                <a:effectLst/>
                <a:latin typeface="+mj-lt"/>
              </a:rPr>
              <a:t>データサイエンス</a:t>
            </a:r>
            <a:r>
              <a:rPr lang="ja-JP" altLang="en-US" sz="4800" b="0" i="0">
                <a:solidFill>
                  <a:schemeClr val="tx2">
                    <a:lumMod val="25000"/>
                  </a:schemeClr>
                </a:solidFill>
                <a:effectLst/>
                <a:latin typeface="Noto Sans" panose="020B0604020202020204" pitchFamily="34" charset="0"/>
              </a:rPr>
              <a:t>学部データサイエンス学科</a:t>
            </a:r>
            <a:endParaRPr sz="4800" dirty="0">
              <a:solidFill>
                <a:schemeClr val="tx2">
                  <a:lumMod val="25000"/>
                </a:schemeClr>
              </a:solidFill>
              <a:latin typeface="Calibri"/>
              <a:ea typeface="Calibri"/>
              <a:cs typeface="Calibri"/>
              <a:sym typeface="Calibri"/>
            </a:endParaRPr>
          </a:p>
        </p:txBody>
      </p:sp>
      <p:sp>
        <p:nvSpPr>
          <p:cNvPr id="3" name="角丸四角形 2">
            <a:extLst>
              <a:ext uri="{FF2B5EF4-FFF2-40B4-BE49-F238E27FC236}">
                <a16:creationId xmlns:a16="http://schemas.microsoft.com/office/drawing/2014/main" id="{723E262B-2938-CDD3-5A5E-E75FE9E1BD20}"/>
              </a:ext>
            </a:extLst>
          </p:cNvPr>
          <p:cNvSpPr/>
          <p:nvPr/>
        </p:nvSpPr>
        <p:spPr>
          <a:xfrm>
            <a:off x="747689" y="8721045"/>
            <a:ext cx="6421207" cy="3823854"/>
          </a:xfrm>
          <a:prstGeom prst="roundRect">
            <a:avLst/>
          </a:prstGeom>
          <a:noFill/>
          <a:ln w="101600">
            <a:solidFill>
              <a:schemeClr val="bg2">
                <a:alpha val="34873"/>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F0C0B8AE-A337-3E95-2592-E28C50433984}"/>
              </a:ext>
            </a:extLst>
          </p:cNvPr>
          <p:cNvSpPr txBox="1"/>
          <p:nvPr/>
        </p:nvSpPr>
        <p:spPr>
          <a:xfrm>
            <a:off x="982943" y="8856747"/>
            <a:ext cx="6157964" cy="3416320"/>
          </a:xfrm>
          <a:prstGeom prst="rect">
            <a:avLst/>
          </a:prstGeom>
          <a:noFill/>
        </p:spPr>
        <p:txBody>
          <a:bodyPr wrap="square" rtlCol="0">
            <a:spAutoFit/>
          </a:bodyPr>
          <a:lstStyle/>
          <a:p>
            <a:pPr algn="ctr" rtl="0"/>
            <a:r>
              <a:rPr lang="ja-JP" altLang="en-US" sz="3600" i="0" u="none" strike="noStrike">
                <a:solidFill>
                  <a:srgbClr val="000000"/>
                </a:solidFill>
                <a:effectLst/>
                <a:latin typeface="Arial" panose="020B0604020202020204" pitchFamily="34" charset="0"/>
              </a:rPr>
              <a:t>日常の意思決定において</a:t>
            </a:r>
            <a:endParaRPr lang="en-US" altLang="ja-JP" sz="3600" i="0" u="none" strike="noStrike" dirty="0">
              <a:solidFill>
                <a:srgbClr val="000000"/>
              </a:solidFill>
              <a:effectLst/>
              <a:latin typeface="Arial" panose="020B0604020202020204" pitchFamily="34" charset="0"/>
            </a:endParaRPr>
          </a:p>
          <a:p>
            <a:pPr algn="ctr" rtl="0"/>
            <a:r>
              <a:rPr lang="ja-JP" altLang="en-US" sz="3600" i="0" u="none" strike="noStrike">
                <a:solidFill>
                  <a:srgbClr val="000000"/>
                </a:solidFill>
                <a:effectLst/>
                <a:latin typeface="Arial" panose="020B0604020202020204" pitchFamily="34" charset="0"/>
              </a:rPr>
              <a:t>「あの選択は間違いだった」という後悔</a:t>
            </a:r>
            <a:r>
              <a:rPr lang="ja-JP" altLang="en-US" sz="3600">
                <a:latin typeface="Arial" panose="020B0604020202020204" pitchFamily="34" charset="0"/>
              </a:rPr>
              <a:t>が生</a:t>
            </a:r>
            <a:r>
              <a:rPr lang="ja-JP" altLang="en-US" sz="3600" i="0" u="none" strike="noStrike">
                <a:solidFill>
                  <a:srgbClr val="000000"/>
                </a:solidFill>
                <a:effectLst/>
                <a:latin typeface="Arial" panose="020B0604020202020204" pitchFamily="34" charset="0"/>
              </a:rPr>
              <a:t>じる</a:t>
            </a:r>
            <a:r>
              <a:rPr lang="en-US" altLang="ja-JP" sz="3600" i="0" u="none" strike="noStrike" dirty="0">
                <a:solidFill>
                  <a:srgbClr val="000000"/>
                </a:solidFill>
                <a:effectLst/>
                <a:latin typeface="Arial" panose="020B0604020202020204" pitchFamily="34" charset="0"/>
              </a:rPr>
              <a:t>[1][2]</a:t>
            </a:r>
            <a:endParaRPr lang="ja-JP" altLang="en-US" sz="3600" i="0" u="none" strike="noStrike">
              <a:solidFill>
                <a:srgbClr val="000000"/>
              </a:solidFill>
              <a:effectLst/>
              <a:latin typeface="Arial" panose="020B0604020202020204" pitchFamily="34" charset="0"/>
            </a:endParaRPr>
          </a:p>
          <a:p>
            <a:pPr algn="ctr" rtl="0"/>
            <a:r>
              <a:rPr lang="ja-JP" altLang="en-US" sz="3600" i="0" u="none" strike="noStrike">
                <a:solidFill>
                  <a:srgbClr val="000000"/>
                </a:solidFill>
                <a:effectLst/>
                <a:latin typeface="Arial" panose="020B0604020202020204" pitchFamily="34" charset="0"/>
              </a:rPr>
              <a:t>この負担や非合理的な</a:t>
            </a:r>
          </a:p>
          <a:p>
            <a:pPr algn="ctr" rtl="0"/>
            <a:r>
              <a:rPr lang="ja-JP" altLang="en-US" sz="3600" i="0" u="none" strike="noStrike">
                <a:solidFill>
                  <a:srgbClr val="000000"/>
                </a:solidFill>
                <a:effectLst/>
                <a:latin typeface="Arial" panose="020B0604020202020204" pitchFamily="34" charset="0"/>
              </a:rPr>
              <a:t>回避行動を事前に予測し</a:t>
            </a:r>
          </a:p>
          <a:p>
            <a:pPr algn="ctr" rtl="0"/>
            <a:r>
              <a:rPr lang="ja-JP" altLang="en-US" sz="3600" i="0" u="none" strike="noStrike">
                <a:solidFill>
                  <a:srgbClr val="000000"/>
                </a:solidFill>
                <a:effectLst/>
                <a:latin typeface="Arial" panose="020B0604020202020204" pitchFamily="34" charset="0"/>
              </a:rPr>
              <a:t>防止する仕組みが求められる</a:t>
            </a:r>
          </a:p>
        </p:txBody>
      </p:sp>
      <p:sp>
        <p:nvSpPr>
          <p:cNvPr id="7" name="テキスト ボックス 6">
            <a:extLst>
              <a:ext uri="{FF2B5EF4-FFF2-40B4-BE49-F238E27FC236}">
                <a16:creationId xmlns:a16="http://schemas.microsoft.com/office/drawing/2014/main" id="{B850D693-17EF-659D-24B8-C4675DFF8AB0}"/>
              </a:ext>
            </a:extLst>
          </p:cNvPr>
          <p:cNvSpPr txBox="1"/>
          <p:nvPr/>
        </p:nvSpPr>
        <p:spPr>
          <a:xfrm>
            <a:off x="1987615" y="7766997"/>
            <a:ext cx="4000715" cy="707886"/>
          </a:xfrm>
          <a:prstGeom prst="rect">
            <a:avLst/>
          </a:prstGeom>
          <a:noFill/>
        </p:spPr>
        <p:txBody>
          <a:bodyPr wrap="square">
            <a:spAutoFit/>
          </a:bodyPr>
          <a:lstStyle/>
          <a:p>
            <a:pPr algn="ctr"/>
            <a:r>
              <a:rPr lang="en-US" altLang="ja-JP" sz="4000" dirty="0">
                <a:latin typeface="Arial" panose="020B0604020202020204" pitchFamily="34" charset="0"/>
              </a:rPr>
              <a:t>後悔と意思決定</a:t>
            </a:r>
          </a:p>
        </p:txBody>
      </p:sp>
      <p:sp>
        <p:nvSpPr>
          <p:cNvPr id="45" name="角丸四角形 44">
            <a:extLst>
              <a:ext uri="{FF2B5EF4-FFF2-40B4-BE49-F238E27FC236}">
                <a16:creationId xmlns:a16="http://schemas.microsoft.com/office/drawing/2014/main" id="{78D560B0-C02E-C6FA-F3DF-04174A10F862}"/>
              </a:ext>
            </a:extLst>
          </p:cNvPr>
          <p:cNvSpPr/>
          <p:nvPr/>
        </p:nvSpPr>
        <p:spPr>
          <a:xfrm>
            <a:off x="8205230" y="8715490"/>
            <a:ext cx="6421207" cy="3823854"/>
          </a:xfrm>
          <a:prstGeom prst="roundRect">
            <a:avLst/>
          </a:prstGeom>
          <a:noFill/>
          <a:ln w="101600">
            <a:solidFill>
              <a:schemeClr val="bg2">
                <a:alpha val="34873"/>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90B2C37C-EDDC-996C-2076-FFE842F875EF}"/>
              </a:ext>
            </a:extLst>
          </p:cNvPr>
          <p:cNvSpPr txBox="1"/>
          <p:nvPr/>
        </p:nvSpPr>
        <p:spPr>
          <a:xfrm>
            <a:off x="9499175" y="7777568"/>
            <a:ext cx="4000715" cy="707886"/>
          </a:xfrm>
          <a:prstGeom prst="rect">
            <a:avLst/>
          </a:prstGeom>
          <a:noFill/>
        </p:spPr>
        <p:txBody>
          <a:bodyPr wrap="square">
            <a:spAutoFit/>
          </a:bodyPr>
          <a:lstStyle/>
          <a:p>
            <a:pPr algn="ctr"/>
            <a:r>
              <a:rPr lang="ja-JP" altLang="en-US" sz="4000">
                <a:latin typeface="Arial" panose="020B0604020202020204" pitchFamily="34" charset="0"/>
              </a:rPr>
              <a:t>既存手法の限界</a:t>
            </a:r>
          </a:p>
        </p:txBody>
      </p:sp>
      <p:sp>
        <p:nvSpPr>
          <p:cNvPr id="48" name="角丸四角形 47">
            <a:extLst>
              <a:ext uri="{FF2B5EF4-FFF2-40B4-BE49-F238E27FC236}">
                <a16:creationId xmlns:a16="http://schemas.microsoft.com/office/drawing/2014/main" id="{86670C63-825B-7A4E-F674-0C0B88EDD4C2}"/>
              </a:ext>
            </a:extLst>
          </p:cNvPr>
          <p:cNvSpPr/>
          <p:nvPr/>
        </p:nvSpPr>
        <p:spPr>
          <a:xfrm>
            <a:off x="15662771" y="8721045"/>
            <a:ext cx="6421207" cy="3823854"/>
          </a:xfrm>
          <a:prstGeom prst="roundRect">
            <a:avLst/>
          </a:prstGeom>
          <a:noFill/>
          <a:ln w="101600">
            <a:solidFill>
              <a:schemeClr val="bg2">
                <a:alpha val="34873"/>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620FEAE8-2479-751D-F803-F6445B1BC2AE}"/>
              </a:ext>
            </a:extLst>
          </p:cNvPr>
          <p:cNvSpPr txBox="1"/>
          <p:nvPr/>
        </p:nvSpPr>
        <p:spPr>
          <a:xfrm>
            <a:off x="17423891" y="7766997"/>
            <a:ext cx="2731565" cy="707886"/>
          </a:xfrm>
          <a:prstGeom prst="rect">
            <a:avLst/>
          </a:prstGeom>
          <a:noFill/>
        </p:spPr>
        <p:txBody>
          <a:bodyPr wrap="square">
            <a:spAutoFit/>
          </a:bodyPr>
          <a:lstStyle/>
          <a:p>
            <a:pPr algn="ctr"/>
            <a:r>
              <a:rPr lang="ja-JP" altLang="en-US" sz="4000"/>
              <a:t>解決策</a:t>
            </a:r>
          </a:p>
        </p:txBody>
      </p:sp>
      <p:sp>
        <p:nvSpPr>
          <p:cNvPr id="50" name="角丸四角形 49">
            <a:extLst>
              <a:ext uri="{FF2B5EF4-FFF2-40B4-BE49-F238E27FC236}">
                <a16:creationId xmlns:a16="http://schemas.microsoft.com/office/drawing/2014/main" id="{0386D1AA-4E95-C7DD-AEEA-374F8FA26371}"/>
              </a:ext>
            </a:extLst>
          </p:cNvPr>
          <p:cNvSpPr/>
          <p:nvPr/>
        </p:nvSpPr>
        <p:spPr>
          <a:xfrm>
            <a:off x="23120312" y="8715490"/>
            <a:ext cx="6421207" cy="3823854"/>
          </a:xfrm>
          <a:prstGeom prst="roundRect">
            <a:avLst/>
          </a:prstGeom>
          <a:noFill/>
          <a:ln w="101600">
            <a:solidFill>
              <a:schemeClr val="bg2">
                <a:alpha val="34873"/>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FD4F4715-BCD5-548A-08BD-AF9B498332A1}"/>
              </a:ext>
            </a:extLst>
          </p:cNvPr>
          <p:cNvSpPr txBox="1"/>
          <p:nvPr/>
        </p:nvSpPr>
        <p:spPr>
          <a:xfrm>
            <a:off x="24522295" y="7815193"/>
            <a:ext cx="3617240" cy="707886"/>
          </a:xfrm>
          <a:prstGeom prst="rect">
            <a:avLst/>
          </a:prstGeom>
          <a:noFill/>
        </p:spPr>
        <p:txBody>
          <a:bodyPr wrap="square">
            <a:spAutoFit/>
          </a:bodyPr>
          <a:lstStyle/>
          <a:p>
            <a:pPr algn="ctr"/>
            <a:r>
              <a:rPr lang="ja-JP" altLang="en-US" sz="4000">
                <a:latin typeface="Arial" panose="020B0604020202020204" pitchFamily="34" charset="0"/>
              </a:rPr>
              <a:t>本研究の目的</a:t>
            </a:r>
          </a:p>
        </p:txBody>
      </p:sp>
      <p:sp>
        <p:nvSpPr>
          <p:cNvPr id="53" name="テキスト ボックス 52">
            <a:extLst>
              <a:ext uri="{FF2B5EF4-FFF2-40B4-BE49-F238E27FC236}">
                <a16:creationId xmlns:a16="http://schemas.microsoft.com/office/drawing/2014/main" id="{D8E42861-0304-60F2-CD32-61A35E553544}"/>
              </a:ext>
            </a:extLst>
          </p:cNvPr>
          <p:cNvSpPr txBox="1"/>
          <p:nvPr/>
        </p:nvSpPr>
        <p:spPr>
          <a:xfrm>
            <a:off x="8414786" y="9428163"/>
            <a:ext cx="6157964" cy="2308324"/>
          </a:xfrm>
          <a:prstGeom prst="rect">
            <a:avLst/>
          </a:prstGeom>
          <a:noFill/>
        </p:spPr>
        <p:txBody>
          <a:bodyPr wrap="square" rtlCol="0">
            <a:spAutoFit/>
          </a:bodyPr>
          <a:lstStyle/>
          <a:p>
            <a:pPr algn="ctr" rtl="0"/>
            <a:r>
              <a:rPr lang="ja-JP" altLang="en-US" sz="3600" i="0" u="none" strike="noStrike">
                <a:solidFill>
                  <a:srgbClr val="000000"/>
                </a:solidFill>
                <a:effectLst/>
                <a:latin typeface="Arial" panose="020B0604020202020204" pitchFamily="34" charset="0"/>
              </a:rPr>
              <a:t>推薦にとどまり予測的を意思決定の支援が行えていない</a:t>
            </a:r>
            <a:endParaRPr lang="en-US" altLang="ja-JP" sz="3600" i="0" u="none" strike="noStrike" dirty="0">
              <a:solidFill>
                <a:srgbClr val="000000"/>
              </a:solidFill>
              <a:effectLst/>
              <a:latin typeface="Arial" panose="020B0604020202020204" pitchFamily="34" charset="0"/>
            </a:endParaRPr>
          </a:p>
          <a:p>
            <a:pPr algn="ctr" rtl="0"/>
            <a:r>
              <a:rPr lang="ja-JP" altLang="en-US" sz="3600" i="0" u="none" strike="noStrike">
                <a:solidFill>
                  <a:srgbClr val="000000"/>
                </a:solidFill>
                <a:effectLst/>
                <a:latin typeface="Arial" panose="020B0604020202020204" pitchFamily="34" charset="0"/>
              </a:rPr>
              <a:t>後悔の事後分析が中心
個人差への適応が欠如</a:t>
            </a:r>
          </a:p>
        </p:txBody>
      </p:sp>
      <p:sp>
        <p:nvSpPr>
          <p:cNvPr id="60" name="テキスト ボックス 59">
            <a:extLst>
              <a:ext uri="{FF2B5EF4-FFF2-40B4-BE49-F238E27FC236}">
                <a16:creationId xmlns:a16="http://schemas.microsoft.com/office/drawing/2014/main" id="{A4CACF37-B484-7E42-262D-F227AC3D1049}"/>
              </a:ext>
            </a:extLst>
          </p:cNvPr>
          <p:cNvSpPr txBox="1"/>
          <p:nvPr/>
        </p:nvSpPr>
        <p:spPr>
          <a:xfrm>
            <a:off x="15912019" y="9355082"/>
            <a:ext cx="5922710" cy="2308324"/>
          </a:xfrm>
          <a:prstGeom prst="rect">
            <a:avLst/>
          </a:prstGeom>
          <a:noFill/>
        </p:spPr>
        <p:txBody>
          <a:bodyPr wrap="square" rtlCol="0">
            <a:spAutoFit/>
          </a:bodyPr>
          <a:lstStyle/>
          <a:p>
            <a:pPr algn="ctr"/>
            <a:r>
              <a:rPr lang="ja-JP" altLang="en-US" sz="3600" b="0" i="0" u="none" strike="noStrike">
                <a:solidFill>
                  <a:srgbClr val="000000"/>
                </a:solidFill>
                <a:effectLst/>
                <a:latin typeface="Arial" panose="020B0604020202020204" pitchFamily="34" charset="0"/>
              </a:rPr>
              <a:t>個人の決定履歴とフィードバックからMLモデルを構築
データ不足時はルールベースで安全にフォールバック</a:t>
            </a:r>
          </a:p>
        </p:txBody>
      </p:sp>
      <p:sp>
        <p:nvSpPr>
          <p:cNvPr id="61" name="テキスト ボックス 60">
            <a:extLst>
              <a:ext uri="{FF2B5EF4-FFF2-40B4-BE49-F238E27FC236}">
                <a16:creationId xmlns:a16="http://schemas.microsoft.com/office/drawing/2014/main" id="{5264D09C-9074-EE24-6D01-0791E658DEF6}"/>
              </a:ext>
            </a:extLst>
          </p:cNvPr>
          <p:cNvSpPr txBox="1"/>
          <p:nvPr/>
        </p:nvSpPr>
        <p:spPr>
          <a:xfrm>
            <a:off x="23369560" y="9355082"/>
            <a:ext cx="5922710" cy="2308324"/>
          </a:xfrm>
          <a:prstGeom prst="rect">
            <a:avLst/>
          </a:prstGeom>
          <a:noFill/>
        </p:spPr>
        <p:txBody>
          <a:bodyPr wrap="square" rtlCol="0">
            <a:spAutoFit/>
          </a:bodyPr>
          <a:lstStyle/>
          <a:p>
            <a:pPr algn="ctr" rtl="0"/>
            <a:r>
              <a:rPr lang="ja-JP" altLang="en-US" sz="3600" b="0" i="0" u="none" strike="noStrike">
                <a:solidFill>
                  <a:srgbClr val="000000"/>
                </a:solidFill>
                <a:effectLst/>
                <a:latin typeface="Arial" panose="020B0604020202020204" pitchFamily="34" charset="0"/>
              </a:rPr>
              <a:t>意思決定の前にリアルタイムで後悔リスクを予測し
個人に適応した予防的支援を実現する</a:t>
            </a:r>
          </a:p>
        </p:txBody>
      </p:sp>
      <p:sp>
        <p:nvSpPr>
          <p:cNvPr id="62" name="Google Shape;89;p13">
            <a:extLst>
              <a:ext uri="{FF2B5EF4-FFF2-40B4-BE49-F238E27FC236}">
                <a16:creationId xmlns:a16="http://schemas.microsoft.com/office/drawing/2014/main" id="{5B3762F7-88E9-B989-513F-19E2C2A7FC2A}"/>
              </a:ext>
            </a:extLst>
          </p:cNvPr>
          <p:cNvSpPr/>
          <p:nvPr/>
        </p:nvSpPr>
        <p:spPr>
          <a:xfrm>
            <a:off x="673870" y="35847707"/>
            <a:ext cx="13898880" cy="1005840"/>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000" b="1" spc="600">
                <a:solidFill>
                  <a:schemeClr val="bg1"/>
                </a:solidFill>
              </a:rPr>
              <a:t>特徴量設計（最大18次元）</a:t>
            </a:r>
          </a:p>
        </p:txBody>
      </p:sp>
      <p:sp>
        <p:nvSpPr>
          <p:cNvPr id="68" name="Google Shape;89;p13">
            <a:extLst>
              <a:ext uri="{FF2B5EF4-FFF2-40B4-BE49-F238E27FC236}">
                <a16:creationId xmlns:a16="http://schemas.microsoft.com/office/drawing/2014/main" id="{9BE3A42B-A1A7-54EE-9861-2C1DD1836760}"/>
              </a:ext>
            </a:extLst>
          </p:cNvPr>
          <p:cNvSpPr/>
          <p:nvPr/>
        </p:nvSpPr>
        <p:spPr>
          <a:xfrm>
            <a:off x="731520" y="12984480"/>
            <a:ext cx="13898880" cy="1188720"/>
          </a:xfrm>
          <a:prstGeom prst="rect">
            <a:avLst/>
          </a:prstGeom>
          <a:solidFill>
            <a:schemeClr val="dk2"/>
          </a:solidFill>
          <a:ln>
            <a:noFill/>
          </a:ln>
        </p:spPr>
        <p:txBody>
          <a:bodyPr spcFirstLastPara="1" wrap="square" lIns="129259" tIns="64612" rIns="129259" bIns="64612" anchor="ctr" anchorCtr="0">
            <a:noAutofit/>
          </a:bodyPr>
          <a:lstStyle/>
          <a:p>
            <a:pPr algn="ctr"/>
            <a:r>
              <a:rPr lang="en-US" sz="4000" spc="600" dirty="0">
                <a:solidFill>
                  <a:schemeClr val="bg1"/>
                </a:solidFill>
              </a:rPr>
              <a:t>提案手法</a:t>
            </a:r>
          </a:p>
        </p:txBody>
      </p:sp>
      <p:sp>
        <p:nvSpPr>
          <p:cNvPr id="72" name="Google Shape;90;p13">
            <a:extLst>
              <a:ext uri="{FF2B5EF4-FFF2-40B4-BE49-F238E27FC236}">
                <a16:creationId xmlns:a16="http://schemas.microsoft.com/office/drawing/2014/main" id="{A85DB0F8-C396-D6AD-B1A4-B2D20D21A82C}"/>
              </a:ext>
            </a:extLst>
          </p:cNvPr>
          <p:cNvSpPr txBox="1"/>
          <p:nvPr/>
        </p:nvSpPr>
        <p:spPr>
          <a:xfrm>
            <a:off x="731520" y="14173200"/>
            <a:ext cx="13898880" cy="1828800"/>
          </a:xfrm>
          <a:prstGeom prst="rect">
            <a:avLst/>
          </a:prstGeom>
          <a:noFill/>
          <a:ln>
            <a:noFill/>
          </a:ln>
        </p:spPr>
        <p:txBody>
          <a:bodyPr spcFirstLastPara="1" wrap="square" lIns="129259" tIns="129259" rIns="129259" bIns="129259" anchor="t" anchorCtr="0">
            <a:noAutofit/>
          </a:bodyPr>
          <a:lstStyle/>
          <a:p>
            <a:r>
              <a:rPr lang="en-US" altLang="ja-JP" sz="3600" i="0" u="none" strike="noStrike" dirty="0" err="1">
                <a:solidFill>
                  <a:srgbClr val="000000"/>
                </a:solidFill>
                <a:effectLst/>
                <a:latin typeface="Arial" panose="020B0604020202020204" pitchFamily="34" charset="0"/>
              </a:rPr>
              <a:t>データ量に応じてMLとルールベースを自動切替する予測システム</a:t>
            </a:r>
          </a:p>
          <a:p>
            <a:r>
              <a:rPr lang="en-US" altLang="ja-JP" sz="3600" i="0" u="none" strike="noStrike" dirty="0" err="1">
                <a:solidFill>
                  <a:srgbClr val="000000"/>
                </a:solidFill>
                <a:effectLst/>
                <a:latin typeface="Arial" panose="020B0604020202020204" pitchFamily="34" charset="0"/>
              </a:rPr>
              <a:t>SHAP特徴量選択+Random</a:t>
            </a:r>
            <a:r>
              <a:rPr lang="en-US" altLang="ja-JP" sz="3600" i="0" u="none" strike="noStrike" dirty="0">
                <a:solidFill>
                  <a:srgbClr val="000000"/>
                </a:solidFill>
                <a:effectLst/>
                <a:latin typeface="Arial" panose="020B0604020202020204" pitchFamily="34" charset="0"/>
              </a:rPr>
              <a:t> </a:t>
            </a:r>
            <a:r>
              <a:rPr lang="en-US" altLang="ja-JP" sz="3600" i="0" u="none" strike="noStrike" dirty="0" err="1">
                <a:solidFill>
                  <a:srgbClr val="000000"/>
                </a:solidFill>
                <a:effectLst/>
                <a:latin typeface="Arial" panose="020B0604020202020204" pitchFamily="34" charset="0"/>
              </a:rPr>
              <a:t>Forestと、少データ時のルールベース推論を統合し、後悔リスクスコアを算出する</a:t>
            </a:r>
            <a:r>
              <a:rPr lang="ja-JP" altLang="en-US" sz="3600" i="0" u="none" strike="noStrike">
                <a:solidFill>
                  <a:srgbClr val="000000"/>
                </a:solidFill>
                <a:effectLst/>
                <a:latin typeface="Arial" panose="020B0604020202020204" pitchFamily="34" charset="0"/>
              </a:rPr>
              <a:t>。</a:t>
            </a:r>
            <a:endParaRPr lang="en-US" altLang="ja-JP" sz="3600" i="0" u="none" strike="noStrike" dirty="0" err="1">
              <a:solidFill>
                <a:srgbClr val="000000"/>
              </a:solidFill>
              <a:effectLst/>
              <a:latin typeface="Arial" panose="020B0604020202020204" pitchFamily="34" charset="0"/>
            </a:endParaRPr>
          </a:p>
        </p:txBody>
      </p:sp>
      <p:sp>
        <p:nvSpPr>
          <p:cNvPr id="85" name="テキスト ボックス 84">
            <a:extLst>
              <a:ext uri="{FF2B5EF4-FFF2-40B4-BE49-F238E27FC236}">
                <a16:creationId xmlns:a16="http://schemas.microsoft.com/office/drawing/2014/main" id="{7FBF31C3-1F22-8FD6-FB2F-653D68C543B4}"/>
              </a:ext>
            </a:extLst>
          </p:cNvPr>
          <p:cNvSpPr txBox="1"/>
          <p:nvPr/>
        </p:nvSpPr>
        <p:spPr>
          <a:xfrm>
            <a:off x="829581" y="31349529"/>
            <a:ext cx="13898880" cy="4278094"/>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600">
                <a:latin typeface="Arial" panose="020B0604020202020204" pitchFamily="34" charset="0"/>
              </a:rPr>
              <a:t>選択手順</a:t>
            </a: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600">
                <a:latin typeface="Arial" panose="020B0604020202020204" pitchFamily="34" charset="0"/>
              </a:rPr>
              <a:t>1. SHAP値</a:t>
            </a:r>
            <a:r>
              <a:rPr lang="en-US" altLang="ja-JP" sz="3600" dirty="0">
                <a:latin typeface="Arial" panose="020B0604020202020204" pitchFamily="34" charset="0"/>
              </a:rPr>
              <a:t>[3]</a:t>
            </a:r>
            <a:r>
              <a:rPr lang="ja-JP" altLang="en-US" sz="3600">
                <a:latin typeface="Arial" panose="020B0604020202020204" pitchFamily="34" charset="0"/>
              </a:rPr>
              <a:t>により全18次元の特徴量重要度を算出</a:t>
            </a: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600">
                <a:latin typeface="Arial" panose="020B0604020202020204" pitchFamily="34" charset="0"/>
              </a:rPr>
              <a:t>2. 重要度の高い上位12次元を選択</a:t>
            </a: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600">
                <a:latin typeface="Arial" panose="020B0604020202020204" pitchFamily="34" charset="0"/>
              </a:rPr>
              <a:t>3. 相関分析（|r| &lt; 0.4）で冗長な特徴量を排除</a:t>
            </a: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600">
                <a:latin typeface="Arial" panose="020B0604020202020204" pitchFamily="34" charset="0"/>
              </a:rPr>
              <a:t>4. Permutation Importanceで選択の妥当性を検証</a:t>
            </a:r>
            <a:endParaRPr lang="en-US" altLang="ja-JP" sz="3600" dirty="0">
              <a:latin typeface="Arial" panose="020B0604020202020204" pitchFamily="34" charset="0"/>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endParaRPr lang="ja-JP" altLang="en-US" sz="2000">
              <a:latin typeface="Arial" panose="020B0604020202020204" pitchFamily="34" charset="0"/>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600">
                <a:latin typeface="Arial" panose="020B0604020202020204" pitchFamily="34" charset="0"/>
              </a:rPr>
              <a:t>これにより過学習の防止、モデルの解釈性向上、ユーザーごとに異なる重要特徴量の動的選択を実現する。</a:t>
            </a:r>
          </a:p>
        </p:txBody>
      </p:sp>
      <p:sp>
        <p:nvSpPr>
          <p:cNvPr id="96" name="テキスト ボックス 95">
            <a:extLst>
              <a:ext uri="{FF2B5EF4-FFF2-40B4-BE49-F238E27FC236}">
                <a16:creationId xmlns:a16="http://schemas.microsoft.com/office/drawing/2014/main" id="{825AABF2-28AA-99F0-4825-D1B2FB61A221}"/>
              </a:ext>
            </a:extLst>
          </p:cNvPr>
          <p:cNvSpPr txBox="1"/>
          <p:nvPr/>
        </p:nvSpPr>
        <p:spPr>
          <a:xfrm>
            <a:off x="15636240" y="14173200"/>
            <a:ext cx="13624560" cy="5324535"/>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rgbClr val="000000"/>
              </a:buClr>
              <a:buSzTx/>
              <a:tabLst/>
              <a:defRPr/>
            </a:pPr>
            <a:r>
              <a:rPr kumimoji="0" lang="en-US" altLang="ja-JP" sz="3400" b="0" i="0" u="none" strike="noStrike" kern="0" cap="none" spc="0" normalizeH="0" baseline="0" noProof="0" dirty="0" err="1">
                <a:ln>
                  <a:noFill/>
                </a:ln>
                <a:solidFill>
                  <a:srgbClr val="000000"/>
                </a:solidFill>
                <a:effectLst/>
                <a:uLnTx/>
                <a:uFillTx/>
                <a:latin typeface="Arial" panose="020B0604020202020204" pitchFamily="34" charset="0"/>
                <a:cs typeface="Arial"/>
                <a:sym typeface="Arial"/>
              </a:rPr>
              <a:t>提案手法の有効性を検証するため</a:t>
            </a: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p>
          <a:p>
            <a:pPr marR="0" lvl="0" algn="l" defTabSz="914400" rtl="0" eaLnBrk="1" fontAlgn="auto" latinLnBrk="0" hangingPunct="1">
              <a:lnSpc>
                <a:spcPct val="100000"/>
              </a:lnSpc>
              <a:spcBef>
                <a:spcPts val="0"/>
              </a:spcBef>
              <a:spcAft>
                <a:spcPts val="0"/>
              </a:spcAft>
              <a:buClr>
                <a:srgbClr val="000000"/>
              </a:buClr>
              <a:buSzTx/>
              <a:tabLst/>
              <a:defRPr/>
            </a:pP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仮想データ（100ユーザー x 100決定 = 10,000件）を生成した。</a:t>
            </a:r>
          </a:p>
          <a:p>
            <a:pPr marR="0" lvl="0" algn="l" defTabSz="914400" rtl="0" eaLnBrk="1" fontAlgn="auto" latinLnBrk="0" hangingPunct="1">
              <a:lnSpc>
                <a:spcPct val="100000"/>
              </a:lnSpc>
              <a:spcBef>
                <a:spcPts val="0"/>
              </a:spcBef>
              <a:spcAft>
                <a:spcPts val="0"/>
              </a:spcAft>
              <a:buClr>
                <a:srgbClr val="000000"/>
              </a:buClr>
              <a:buSzTx/>
              <a:tabLst/>
              <a:defRPr/>
            </a:pP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各ユーザーに18次元の特徴量ベクトルと後悔ラベルを付与した。</a:t>
            </a:r>
          </a:p>
          <a:p>
            <a:pPr marR="0" lvl="0" algn="l" defTabSz="914400" rtl="0" eaLnBrk="1" fontAlgn="auto" latinLnBrk="0" hangingPunct="1">
              <a:lnSpc>
                <a:spcPct val="100000"/>
              </a:lnSpc>
              <a:spcBef>
                <a:spcPts val="0"/>
              </a:spcBef>
              <a:spcAft>
                <a:spcPts val="0"/>
              </a:spcAft>
              <a:buClr>
                <a:srgbClr val="000000"/>
              </a:buClr>
              <a:buSzTx/>
              <a:tabLst/>
              <a:defRPr/>
            </a:pP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以下の5手法を比較した</a:t>
            </a:r>
          </a:p>
          <a:p>
            <a:pPr marL="571500" marR="0" lvl="0" indent="-5715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altLang="ja-JP" sz="3400" b="0" i="0" u="none" strike="noStrike" kern="0" cap="none" spc="0" normalizeH="0" baseline="0" noProof="0" dirty="0" err="1">
                <a:ln>
                  <a:noFill/>
                </a:ln>
                <a:solidFill>
                  <a:srgbClr val="000000"/>
                </a:solidFill>
                <a:effectLst/>
                <a:uLnTx/>
                <a:uFillTx/>
                <a:latin typeface="Arial" panose="020B0604020202020204" pitchFamily="34" charset="0"/>
                <a:cs typeface="Arial"/>
                <a:sym typeface="Arial"/>
              </a:rPr>
              <a:t>提案手法（RF</a:t>
            </a: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 + SHAP適応的特徴量選択）</a:t>
            </a:r>
          </a:p>
          <a:p>
            <a:pPr marL="571500" marR="0" lvl="0" indent="-5715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Random Forest（特徴量選択なし）</a:t>
            </a:r>
          </a:p>
          <a:p>
            <a:pPr marL="571500" marR="0" lvl="0" indent="-5715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altLang="ja-JP" sz="3400" b="0" i="0" u="none" strike="noStrike" kern="0" cap="none" spc="0" normalizeH="0" baseline="0" noProof="0" dirty="0" err="1">
                <a:ln>
                  <a:noFill/>
                </a:ln>
                <a:solidFill>
                  <a:srgbClr val="000000"/>
                </a:solidFill>
                <a:effectLst/>
                <a:uLnTx/>
                <a:uFillTx/>
                <a:latin typeface="Arial" panose="020B0604020202020204" pitchFamily="34" charset="0"/>
                <a:cs typeface="Arial"/>
                <a:sym typeface="Arial"/>
              </a:rPr>
              <a:t>ルールベース（重み付き加算のみ</a:t>
            </a: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p>
          <a:p>
            <a:pPr marL="571500" marR="0" lvl="0" indent="-5715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LSTM / RNN</a:t>
            </a:r>
          </a:p>
          <a:p>
            <a:pPr marR="0" lvl="0" algn="l" defTabSz="914400" rtl="0" eaLnBrk="1" fontAlgn="auto" latinLnBrk="0" hangingPunct="1">
              <a:lnSpc>
                <a:spcPct val="100000"/>
              </a:lnSpc>
              <a:spcBef>
                <a:spcPts val="0"/>
              </a:spcBef>
              <a:spcAft>
                <a:spcPts val="0"/>
              </a:spcAft>
              <a:buClr>
                <a:srgbClr val="000000"/>
              </a:buClr>
              <a:buSzTx/>
              <a:tabLst/>
              <a:defRPr/>
            </a:pP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評価指標はMAE・精度（閾値0.5）・AUC-</a:t>
            </a:r>
            <a:r>
              <a:rPr kumimoji="0" lang="en-US" altLang="ja-JP" sz="3400" b="0" i="0" u="none" strike="noStrike" kern="0" cap="none" spc="0" normalizeH="0" baseline="0" noProof="0" dirty="0" err="1">
                <a:ln>
                  <a:noFill/>
                </a:ln>
                <a:solidFill>
                  <a:srgbClr val="000000"/>
                </a:solidFill>
                <a:effectLst/>
                <a:uLnTx/>
                <a:uFillTx/>
                <a:latin typeface="Arial" panose="020B0604020202020204" pitchFamily="34" charset="0"/>
                <a:cs typeface="Arial"/>
                <a:sym typeface="Arial"/>
              </a:rPr>
              <a:t>ROCとし</a:t>
            </a: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p>
          <a:p>
            <a:pPr marR="0" lvl="0" algn="l" defTabSz="914400" rtl="0" eaLnBrk="1" fontAlgn="auto" latinLnBrk="0" hangingPunct="1">
              <a:lnSpc>
                <a:spcPct val="100000"/>
              </a:lnSpc>
              <a:spcBef>
                <a:spcPts val="0"/>
              </a:spcBef>
              <a:spcAft>
                <a:spcPts val="0"/>
              </a:spcAft>
              <a:buClr>
                <a:srgbClr val="000000"/>
              </a:buClr>
              <a:buSzTx/>
              <a:tabLst/>
              <a:defRPr/>
            </a:pPr>
            <a:r>
              <a:rPr kumimoji="0" lang="en-US" altLang="ja-JP" sz="3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5-fold交差検証で評価した。</a:t>
            </a:r>
          </a:p>
        </p:txBody>
      </p:sp>
      <p:sp>
        <p:nvSpPr>
          <p:cNvPr id="97" name="Google Shape;89;p13">
            <a:extLst>
              <a:ext uri="{FF2B5EF4-FFF2-40B4-BE49-F238E27FC236}">
                <a16:creationId xmlns:a16="http://schemas.microsoft.com/office/drawing/2014/main" id="{FC1BC3F3-E342-4D7D-8025-C1B9337ABA58}"/>
              </a:ext>
            </a:extLst>
          </p:cNvPr>
          <p:cNvSpPr/>
          <p:nvPr/>
        </p:nvSpPr>
        <p:spPr>
          <a:xfrm>
            <a:off x="15636240" y="12984480"/>
            <a:ext cx="13898880" cy="1188720"/>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000" b="1" spc="600">
                <a:solidFill>
                  <a:schemeClr val="bg1"/>
                </a:solidFill>
              </a:rPr>
              <a:t>実験</a:t>
            </a:r>
          </a:p>
        </p:txBody>
      </p:sp>
      <p:sp>
        <p:nvSpPr>
          <p:cNvPr id="99" name="Google Shape;89;p13">
            <a:extLst>
              <a:ext uri="{FF2B5EF4-FFF2-40B4-BE49-F238E27FC236}">
                <a16:creationId xmlns:a16="http://schemas.microsoft.com/office/drawing/2014/main" id="{A16EAC42-C368-54C4-A53F-647EC7708B5E}"/>
              </a:ext>
            </a:extLst>
          </p:cNvPr>
          <p:cNvSpPr/>
          <p:nvPr/>
        </p:nvSpPr>
        <p:spPr>
          <a:xfrm>
            <a:off x="793157" y="28803600"/>
            <a:ext cx="13859136" cy="1188720"/>
          </a:xfrm>
          <a:prstGeom prst="rect">
            <a:avLst/>
          </a:prstGeom>
          <a:solidFill>
            <a:schemeClr val="dk2"/>
          </a:solidFill>
          <a:ln>
            <a:noFill/>
          </a:ln>
        </p:spPr>
        <p:txBody>
          <a:bodyPr spcFirstLastPara="1" wrap="square" lIns="129259" tIns="64612" rIns="129259" bIns="64612" anchor="ctr" anchorCtr="0">
            <a:noAutofit/>
          </a:bodyPr>
          <a:lstStyle/>
          <a:p>
            <a:pPr algn="ctr"/>
            <a:r>
              <a:rPr lang="en-US" sz="4000" b="1" spc="600" dirty="0" err="1">
                <a:solidFill>
                  <a:schemeClr val="bg1"/>
                </a:solidFill>
              </a:rPr>
              <a:t>動的特徴量選択</a:t>
            </a:r>
            <a:endParaRPr lang="en-US" sz="4000" b="1" spc="600" dirty="0">
              <a:solidFill>
                <a:schemeClr val="bg1"/>
              </a:solidFill>
            </a:endParaRPr>
          </a:p>
        </p:txBody>
      </p:sp>
      <p:sp>
        <p:nvSpPr>
          <p:cNvPr id="100" name="Google Shape;90;p13">
            <a:extLst>
              <a:ext uri="{FF2B5EF4-FFF2-40B4-BE49-F238E27FC236}">
                <a16:creationId xmlns:a16="http://schemas.microsoft.com/office/drawing/2014/main" id="{B7BA2B6D-27B0-6D5E-1D3D-67B8E30EF60E}"/>
              </a:ext>
            </a:extLst>
          </p:cNvPr>
          <p:cNvSpPr txBox="1"/>
          <p:nvPr/>
        </p:nvSpPr>
        <p:spPr>
          <a:xfrm>
            <a:off x="731520" y="29992319"/>
            <a:ext cx="13898880" cy="1371600"/>
          </a:xfrm>
          <a:prstGeom prst="rect">
            <a:avLst/>
          </a:prstGeom>
          <a:noFill/>
          <a:ln>
            <a:noFill/>
          </a:ln>
        </p:spPr>
        <p:txBody>
          <a:bodyPr spcFirstLastPara="1" wrap="square" lIns="129259" tIns="129259" rIns="129259" bIns="129259" anchor="t" anchorCtr="0">
            <a:noAutofit/>
          </a:bodyPr>
          <a:lstStyle/>
          <a:p>
            <a:r>
              <a:rPr lang="ja-JP" altLang="en-US" sz="3600" i="0" u="none" strike="noStrike">
                <a:solidFill>
                  <a:srgbClr val="000000"/>
                </a:solidFill>
                <a:effectLst/>
                <a:latin typeface="Arial" panose="020B0604020202020204" pitchFamily="34" charset="0"/>
              </a:rPr>
              <a:t>ノイズや冗長な次元を除去し、個人ごとに予測に有効な特徴量のみを自動選択することで、モデルの汎化性能と解釈性を高める。</a:t>
            </a:r>
          </a:p>
        </p:txBody>
      </p:sp>
      <p:sp>
        <p:nvSpPr>
          <p:cNvPr id="102" name="Google Shape;89;p13">
            <a:extLst>
              <a:ext uri="{FF2B5EF4-FFF2-40B4-BE49-F238E27FC236}">
                <a16:creationId xmlns:a16="http://schemas.microsoft.com/office/drawing/2014/main" id="{6207A5C3-1A0A-D7E8-7849-AA15DED1FCE0}"/>
              </a:ext>
            </a:extLst>
          </p:cNvPr>
          <p:cNvSpPr/>
          <p:nvPr/>
        </p:nvSpPr>
        <p:spPr>
          <a:xfrm>
            <a:off x="15636240" y="19659600"/>
            <a:ext cx="13898880" cy="1097280"/>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000" b="1" spc="600">
                <a:solidFill>
                  <a:schemeClr val="bg1"/>
                </a:solidFill>
              </a:rPr>
              <a:t>実験結果</a:t>
            </a:r>
          </a:p>
        </p:txBody>
      </p:sp>
      <p:sp>
        <p:nvSpPr>
          <p:cNvPr id="119" name="Google Shape;90;p13">
            <a:extLst>
              <a:ext uri="{FF2B5EF4-FFF2-40B4-BE49-F238E27FC236}">
                <a16:creationId xmlns:a16="http://schemas.microsoft.com/office/drawing/2014/main" id="{E11052BE-5D20-6F9F-C868-68DCD711F2C0}"/>
              </a:ext>
            </a:extLst>
          </p:cNvPr>
          <p:cNvSpPr txBox="1"/>
          <p:nvPr/>
        </p:nvSpPr>
        <p:spPr>
          <a:xfrm>
            <a:off x="15816774" y="30358080"/>
            <a:ext cx="13718345" cy="2743200"/>
          </a:xfrm>
          <a:prstGeom prst="rect">
            <a:avLst/>
          </a:prstGeom>
          <a:noFill/>
          <a:ln w="38100">
            <a:solidFill>
              <a:schemeClr val="accent5"/>
            </a:solidFill>
          </a:ln>
        </p:spPr>
        <p:txBody>
          <a:bodyPr spcFirstLastPara="1" wrap="square" lIns="129259" tIns="129259" rIns="129259" bIns="129259" anchor="t" anchorCtr="0">
            <a:noAutofit/>
          </a:bodyPr>
          <a:lstStyle/>
          <a:p>
            <a:r>
              <a:rPr lang="ja-JP" altLang="en-US" sz="3600" i="0" u="none" strike="noStrike">
                <a:solidFill>
                  <a:srgbClr val="000000"/>
                </a:solidFill>
                <a:effectLst/>
                <a:latin typeface="Arial" panose="020B0604020202020204" pitchFamily="34" charset="0"/>
              </a:rPr>
              <a:t>提案手法が全3指標で最良の結果を達成した。特にSHAP特徴量選択の有無による比較（提案手法 vs. RF）ではMAEが24%改善し、統計的に有意であった（p&lt;0.002）。ルールベースとの比較では39%のMAE改善であった。LSTMやRNNは中間的な性能にとどまり、本タスクでは時系列依存よりも個人特性に基づく特徴量選択が重要であることが示唆された。</a:t>
            </a:r>
          </a:p>
        </p:txBody>
      </p:sp>
      <p:sp>
        <p:nvSpPr>
          <p:cNvPr id="120" name="Google Shape;89;p13">
            <a:extLst>
              <a:ext uri="{FF2B5EF4-FFF2-40B4-BE49-F238E27FC236}">
                <a16:creationId xmlns:a16="http://schemas.microsoft.com/office/drawing/2014/main" id="{48C394D7-B289-1E2D-50B1-9A2FB44848E3}"/>
              </a:ext>
            </a:extLst>
          </p:cNvPr>
          <p:cNvSpPr/>
          <p:nvPr/>
        </p:nvSpPr>
        <p:spPr>
          <a:xfrm>
            <a:off x="15642639" y="38039040"/>
            <a:ext cx="13898880" cy="702667"/>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2800" b="1" spc="600">
                <a:solidFill>
                  <a:schemeClr val="bg1"/>
                </a:solidFill>
              </a:rPr>
              <a:t>参考文献</a:t>
            </a:r>
          </a:p>
        </p:txBody>
      </p:sp>
      <p:sp>
        <p:nvSpPr>
          <p:cNvPr id="121" name="Google Shape;90;p13">
            <a:extLst>
              <a:ext uri="{FF2B5EF4-FFF2-40B4-BE49-F238E27FC236}">
                <a16:creationId xmlns:a16="http://schemas.microsoft.com/office/drawing/2014/main" id="{B5002073-D19E-FE0C-B87B-D5A64BC19361}"/>
              </a:ext>
            </a:extLst>
          </p:cNvPr>
          <p:cNvSpPr txBox="1"/>
          <p:nvPr/>
        </p:nvSpPr>
        <p:spPr>
          <a:xfrm>
            <a:off x="15546752" y="38770560"/>
            <a:ext cx="13898880" cy="2286000"/>
          </a:xfrm>
          <a:prstGeom prst="rect">
            <a:avLst/>
          </a:prstGeom>
          <a:noFill/>
          <a:ln>
            <a:noFill/>
          </a:ln>
        </p:spPr>
        <p:txBody>
          <a:bodyPr spcFirstLastPara="1" wrap="square" lIns="129259" tIns="129259" rIns="129259" bIns="129259" anchor="t" anchorCtr="0">
            <a:noAutofit/>
          </a:bodyPr>
          <a:lstStyle/>
          <a:p>
            <a:r>
              <a:rPr lang="en-US" altLang="ja-JP" sz="2500" i="0" u="none" strike="noStrike" dirty="0">
                <a:solidFill>
                  <a:srgbClr val="000000"/>
                </a:solidFill>
                <a:effectLst/>
                <a:latin typeface="Arial" panose="020B0604020202020204" pitchFamily="34" charset="0"/>
              </a:rPr>
              <a:t>[1] Zeelenberg, M., &amp; Pieters, R. (2007). A Theory of Regret Regulation 1.0. Journal of Consumer Psychology.</a:t>
            </a:r>
          </a:p>
          <a:p>
            <a:r>
              <a:rPr lang="en-US" altLang="ja-JP" sz="2500" i="0" u="none" strike="noStrike" dirty="0">
                <a:solidFill>
                  <a:srgbClr val="000000"/>
                </a:solidFill>
                <a:effectLst/>
                <a:latin typeface="Arial" panose="020B0604020202020204" pitchFamily="34" charset="0"/>
              </a:rPr>
              <a:t>[2] Connolly, T., &amp; Zeelenberg, M. (2002). Regret in Decision Making. Current Directions in Psychological Science.</a:t>
            </a:r>
          </a:p>
          <a:p>
            <a:r>
              <a:rPr lang="en-US" altLang="ja-JP" sz="2500" i="0" u="none" strike="noStrike" dirty="0">
                <a:solidFill>
                  <a:srgbClr val="000000"/>
                </a:solidFill>
                <a:effectLst/>
                <a:latin typeface="Arial" panose="020B0604020202020204" pitchFamily="34" charset="0"/>
              </a:rPr>
              <a:t>[3] Lundberg, S.M., &amp; Lee, S.I. (2017). A Unified Approach to Interpreting Model Predictions. NeurIPS.</a:t>
            </a:r>
          </a:p>
        </p:txBody>
      </p:sp>
      <p:sp>
        <p:nvSpPr>
          <p:cNvPr id="122" name="Google Shape;90;p13">
            <a:extLst>
              <a:ext uri="{FF2B5EF4-FFF2-40B4-BE49-F238E27FC236}">
                <a16:creationId xmlns:a16="http://schemas.microsoft.com/office/drawing/2014/main" id="{EAA34356-CB97-2A9C-8262-8D9558A7AF8B}"/>
              </a:ext>
            </a:extLst>
          </p:cNvPr>
          <p:cNvSpPr txBox="1"/>
          <p:nvPr/>
        </p:nvSpPr>
        <p:spPr>
          <a:xfrm>
            <a:off x="15796643" y="33284160"/>
            <a:ext cx="13744876" cy="4572000"/>
          </a:xfrm>
          <a:prstGeom prst="rect">
            <a:avLst/>
          </a:prstGeom>
          <a:noFill/>
          <a:ln w="38100">
            <a:solidFill>
              <a:schemeClr val="accent4">
                <a:lumMod val="60000"/>
                <a:lumOff val="40000"/>
              </a:schemeClr>
            </a:solidFill>
          </a:ln>
        </p:spPr>
        <p:txBody>
          <a:bodyPr spcFirstLastPara="1" wrap="square" lIns="129259" tIns="129259" rIns="129259" bIns="129259" anchor="t" anchorCtr="0">
            <a:noAutofit/>
          </a:bodyPr>
          <a:lstStyle/>
          <a:p>
            <a:r>
              <a:rPr lang="ja-JP" altLang="en-US" sz="3600">
                <a:latin typeface="Arial" panose="020B0604020202020204" pitchFamily="34" charset="0"/>
              </a:rPr>
              <a:t>考察・今後の展望</a:t>
            </a:r>
          </a:p>
          <a:p>
            <a:endParaRPr lang="ja-JP" altLang="en-US" sz="3600">
              <a:latin typeface="Arial" panose="020B0604020202020204" pitchFamily="34" charset="0"/>
            </a:endParaRPr>
          </a:p>
          <a:p>
            <a:r>
              <a:rPr lang="ja-JP" altLang="en-US" sz="3600">
                <a:latin typeface="Arial" panose="020B0604020202020204" pitchFamily="34" charset="0"/>
              </a:rPr>
              <a:t>提案手法が最良となった要因は、適応的特徴量選択がノイズ次元を排除しモデルの汎化性能を高めた点にある。18次元から個人ごとに最適な12次元を動的に選択する仕組みが精度向上に大きく貢献した。また、ハイブリッド機構により蓄積データが10件未満のユーザーにも安定した推論が可能となり、コールドスタート問題への対処となっている。</a:t>
            </a:r>
          </a:p>
          <a:p>
            <a:endParaRPr lang="ja-JP" altLang="en-US" sz="3600">
              <a:latin typeface="Arial" panose="020B0604020202020204" pitchFamily="34" charset="0"/>
            </a:endParaRPr>
          </a:p>
          <a:p>
            <a:r>
              <a:rPr lang="ja-JP" altLang="en-US" sz="3600">
                <a:latin typeface="Arial" panose="020B0604020202020204" pitchFamily="34" charset="0"/>
              </a:rPr>
              <a:t>今後は実データでの検証、リアルタイム推論の最適化、マルチモーダル特徴量の統合、他の意思決定領域への適用を進める。</a:t>
            </a:r>
          </a:p>
        </p:txBody>
      </p:sp>
      <p:sp>
        <p:nvSpPr>
          <p:cNvPr id="123" name="テキスト ボックス 122">
            <a:extLst>
              <a:ext uri="{FF2B5EF4-FFF2-40B4-BE49-F238E27FC236}">
                <a16:creationId xmlns:a16="http://schemas.microsoft.com/office/drawing/2014/main" id="{24EF515D-64E1-C111-5FD6-278C5E29BA7F}"/>
              </a:ext>
            </a:extLst>
          </p:cNvPr>
          <p:cNvSpPr txBox="1"/>
          <p:nvPr/>
        </p:nvSpPr>
        <p:spPr>
          <a:xfrm>
            <a:off x="99196" y="85301"/>
            <a:ext cx="2722418" cy="1015663"/>
          </a:xfrm>
          <a:prstGeom prst="rect">
            <a:avLst/>
          </a:prstGeom>
          <a:solidFill>
            <a:schemeClr val="tx2"/>
          </a:solidFill>
        </p:spPr>
        <p:txBody>
          <a:bodyPr wrap="square" rtlCol="0">
            <a:spAutoFit/>
          </a:bodyPr>
          <a:lstStyle/>
          <a:p>
            <a:pPr algn="ctr"/>
            <a:r>
              <a:rPr kumimoji="1" lang="en-US" altLang="ja-JP" sz="6000" dirty="0">
                <a:solidFill>
                  <a:schemeClr val="tx1"/>
                </a:solidFill>
              </a:rPr>
              <a:t>X-XX</a:t>
            </a:r>
          </a:p>
        </p:txBody>
      </p:sp>
      <p:sp>
        <p:nvSpPr>
          <p:cNvPr id="126" name="Rounded Rectangle 125"/>
          <p:cNvSpPr/>
          <p:nvPr/>
        </p:nvSpPr>
        <p:spPr>
          <a:xfrm>
            <a:off x="4892039" y="16550640"/>
            <a:ext cx="5486400" cy="2011680"/>
          </a:xfrm>
          <a:prstGeom prst="roundRect">
            <a:avLst/>
          </a:prstGeom>
          <a:solidFill>
            <a:srgbClr val="F0F0F0"/>
          </a:solidFill>
          <a:ln w="63500">
            <a:solidFill>
              <a:srgbClr val="2E5F7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sz="3200" b="1" dirty="0">
                <a:solidFill>
                  <a:srgbClr val="000000"/>
                </a:solidFill>
                <a:latin typeface="IPAexGothic"/>
                <a:ea typeface="IPAexGothic"/>
              </a:rPr>
              <a:t>意思決定データ</a:t>
            </a:r>
          </a:p>
          <a:p>
            <a:pPr algn="ctr"/>
            <a:r>
              <a:rPr lang="ja-JP" sz="2500" dirty="0">
                <a:solidFill>
                  <a:srgbClr val="000000"/>
                </a:solidFill>
                <a:latin typeface="IPAexGothic"/>
                <a:ea typeface="IPAexGothic"/>
              </a:rPr>
              <a:t>ユーザーの食事選択における</a:t>
            </a:r>
          </a:p>
          <a:p>
            <a:pPr algn="ctr"/>
            <a:r>
              <a:rPr lang="ja-JP" sz="2500" dirty="0">
                <a:solidFill>
                  <a:srgbClr val="000000"/>
                </a:solidFill>
                <a:latin typeface="IPAexGothic"/>
                <a:ea typeface="IPAexGothic"/>
              </a:rPr>
              <a:t>18次元の多角的特徴量ベクトル</a:t>
            </a:r>
          </a:p>
        </p:txBody>
      </p:sp>
      <p:sp>
        <p:nvSpPr>
          <p:cNvPr id="128" name="Rounded Rectangle 127"/>
          <p:cNvSpPr/>
          <p:nvPr/>
        </p:nvSpPr>
        <p:spPr>
          <a:xfrm>
            <a:off x="4892039" y="18836640"/>
            <a:ext cx="5486400" cy="2011680"/>
          </a:xfrm>
          <a:prstGeom prst="roundRect">
            <a:avLst/>
          </a:prstGeom>
          <a:solidFill>
            <a:srgbClr val="F0F0F0"/>
          </a:solidFill>
          <a:ln w="63500">
            <a:solidFill>
              <a:srgbClr val="2E5F7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sz="3200" b="1" dirty="0">
                <a:solidFill>
                  <a:srgbClr val="000000"/>
                </a:solidFill>
                <a:latin typeface="IPAexGothic"/>
                <a:ea typeface="IPAexGothic"/>
              </a:rPr>
              <a:t>データ量判定</a:t>
            </a:r>
          </a:p>
          <a:p>
            <a:pPr algn="ctr"/>
            <a:r>
              <a:rPr lang="ja-JP" sz="2500" dirty="0">
                <a:solidFill>
                  <a:srgbClr val="000000"/>
                </a:solidFill>
                <a:latin typeface="IPAexGothic"/>
                <a:ea typeface="IPAexGothic"/>
              </a:rPr>
              <a:t>ユーザー蓄積データ件数で</a:t>
            </a:r>
          </a:p>
          <a:p>
            <a:pPr algn="ctr"/>
            <a:r>
              <a:rPr lang="ja-JP" sz="2500" dirty="0">
                <a:solidFill>
                  <a:srgbClr val="000000"/>
                </a:solidFill>
                <a:latin typeface="IPAexGothic"/>
                <a:ea typeface="IPAexGothic"/>
              </a:rPr>
              <a:t>MLパス / </a:t>
            </a:r>
            <a:r>
              <a:rPr lang="ja-JP" sz="2500">
                <a:solidFill>
                  <a:srgbClr val="000000"/>
                </a:solidFill>
                <a:latin typeface="IPAexGothic"/>
                <a:ea typeface="IPAexGothic"/>
              </a:rPr>
              <a:t>ルールベースパスを切替</a:t>
            </a:r>
            <a:endParaRPr lang="ja-JP" sz="2500" dirty="0">
              <a:solidFill>
                <a:srgbClr val="000000"/>
              </a:solidFill>
              <a:latin typeface="IPAexGothic"/>
              <a:ea typeface="IPAexGothic"/>
            </a:endParaRPr>
          </a:p>
        </p:txBody>
      </p:sp>
      <p:sp>
        <p:nvSpPr>
          <p:cNvPr id="131" name="TextBox 130"/>
          <p:cNvSpPr txBox="1"/>
          <p:nvPr/>
        </p:nvSpPr>
        <p:spPr>
          <a:xfrm>
            <a:off x="-320041" y="19636740"/>
            <a:ext cx="5303520" cy="731520"/>
          </a:xfrm>
          <a:prstGeom prst="rect">
            <a:avLst/>
          </a:prstGeom>
          <a:noFill/>
        </p:spPr>
        <p:txBody>
          <a:bodyPr wrap="none">
            <a:spAutoFit/>
          </a:bodyPr>
          <a:lstStyle/>
          <a:p>
            <a:pPr algn="ctr"/>
            <a:r>
              <a:rPr sz="3600" b="1">
                <a:solidFill>
                  <a:srgbClr val="000000"/>
                </a:solidFill>
              </a:rPr>
              <a:t>&gt;= 10件</a:t>
            </a:r>
          </a:p>
        </p:txBody>
      </p:sp>
      <p:sp>
        <p:nvSpPr>
          <p:cNvPr id="132" name="TextBox 131"/>
          <p:cNvSpPr txBox="1"/>
          <p:nvPr/>
        </p:nvSpPr>
        <p:spPr>
          <a:xfrm>
            <a:off x="9774419" y="19390487"/>
            <a:ext cx="5303520" cy="731520"/>
          </a:xfrm>
          <a:prstGeom prst="rect">
            <a:avLst/>
          </a:prstGeom>
          <a:noFill/>
        </p:spPr>
        <p:txBody>
          <a:bodyPr wrap="none">
            <a:spAutoFit/>
          </a:bodyPr>
          <a:lstStyle/>
          <a:p>
            <a:pPr algn="ctr"/>
            <a:r>
              <a:rPr sz="3600" b="1" dirty="0">
                <a:solidFill>
                  <a:srgbClr val="000000"/>
                </a:solidFill>
              </a:rPr>
              <a:t>&lt; 10件</a:t>
            </a:r>
          </a:p>
        </p:txBody>
      </p:sp>
      <p:sp>
        <p:nvSpPr>
          <p:cNvPr id="133" name="TextBox 132"/>
          <p:cNvSpPr txBox="1"/>
          <p:nvPr/>
        </p:nvSpPr>
        <p:spPr>
          <a:xfrm>
            <a:off x="-274321" y="20162520"/>
            <a:ext cx="5303520" cy="731520"/>
          </a:xfrm>
          <a:prstGeom prst="rect">
            <a:avLst/>
          </a:prstGeom>
          <a:noFill/>
        </p:spPr>
        <p:txBody>
          <a:bodyPr wrap="none">
            <a:spAutoFit/>
          </a:bodyPr>
          <a:lstStyle/>
          <a:p>
            <a:pPr algn="ctr"/>
            <a:r>
              <a:rPr sz="3600" b="1" dirty="0" err="1">
                <a:solidFill>
                  <a:srgbClr val="000000"/>
                </a:solidFill>
              </a:rPr>
              <a:t>MLパス</a:t>
            </a:r>
            <a:endParaRPr sz="3600" b="1" dirty="0">
              <a:solidFill>
                <a:srgbClr val="2E7D9C"/>
              </a:solidFill>
            </a:endParaRPr>
          </a:p>
        </p:txBody>
      </p:sp>
      <p:sp>
        <p:nvSpPr>
          <p:cNvPr id="134" name="Rounded Rectangle 133"/>
          <p:cNvSpPr/>
          <p:nvPr/>
        </p:nvSpPr>
        <p:spPr>
          <a:xfrm>
            <a:off x="1595912" y="21175979"/>
            <a:ext cx="5303520" cy="2011680"/>
          </a:xfrm>
          <a:prstGeom prst="roundRect">
            <a:avLst/>
          </a:prstGeom>
          <a:solidFill>
            <a:srgbClr val="F0F0F0"/>
          </a:solidFill>
          <a:ln w="63500">
            <a:solidFill>
              <a:srgbClr val="2E5F7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sz="3200" b="1" dirty="0">
                <a:solidFill>
                  <a:srgbClr val="000000"/>
                </a:solidFill>
                <a:latin typeface="IPAexGothic"/>
                <a:ea typeface="IPAexGothic"/>
              </a:rPr>
              <a:t>SHAP特徴量選択</a:t>
            </a:r>
          </a:p>
          <a:p>
            <a:pPr algn="ctr"/>
            <a:r>
              <a:rPr lang="ja-JP" sz="2500" dirty="0">
                <a:solidFill>
                  <a:srgbClr val="000000"/>
                </a:solidFill>
                <a:latin typeface="IPAexGothic"/>
                <a:ea typeface="IPAexGothic"/>
              </a:rPr>
              <a:t>SHAP重要度分析により</a:t>
            </a:r>
          </a:p>
          <a:p>
            <a:pPr algn="ctr"/>
            <a:r>
              <a:rPr lang="ja-JP" sz="2500" dirty="0">
                <a:solidFill>
                  <a:srgbClr val="000000"/>
                </a:solidFill>
                <a:latin typeface="IPAexGothic"/>
                <a:ea typeface="IPAexGothic"/>
              </a:rPr>
              <a:t>18次元 → 最適な12次元に自動削減</a:t>
            </a:r>
          </a:p>
        </p:txBody>
      </p:sp>
      <p:sp>
        <p:nvSpPr>
          <p:cNvPr id="136" name="Rounded Rectangle 135"/>
          <p:cNvSpPr/>
          <p:nvPr/>
        </p:nvSpPr>
        <p:spPr>
          <a:xfrm>
            <a:off x="1556755" y="23467999"/>
            <a:ext cx="5303520" cy="2011680"/>
          </a:xfrm>
          <a:prstGeom prst="roundRect">
            <a:avLst/>
          </a:prstGeom>
          <a:solidFill>
            <a:srgbClr val="F0F0F0"/>
          </a:solidFill>
          <a:ln w="63500">
            <a:solidFill>
              <a:srgbClr val="2E5F7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sz="3200" b="1" dirty="0">
                <a:solidFill>
                  <a:srgbClr val="000000"/>
                </a:solidFill>
                <a:latin typeface="IPAexGothic"/>
                <a:ea typeface="IPAexGothic"/>
              </a:rPr>
              <a:t>Random Forest</a:t>
            </a:r>
          </a:p>
          <a:p>
            <a:pPr algn="ctr"/>
            <a:r>
              <a:rPr lang="ja-JP" sz="2500" dirty="0">
                <a:solidFill>
                  <a:srgbClr val="000000"/>
                </a:solidFill>
                <a:latin typeface="IPAexGothic"/>
                <a:ea typeface="IPAexGothic"/>
              </a:rPr>
              <a:t>n_estimators=50, max_depth=10</a:t>
            </a:r>
          </a:p>
          <a:p>
            <a:pPr algn="ctr"/>
            <a:r>
              <a:rPr lang="ja-JP" sz="2500" dirty="0">
                <a:solidFill>
                  <a:srgbClr val="000000"/>
                </a:solidFill>
                <a:latin typeface="IPAexGothic"/>
                <a:ea typeface="IPAexGothic"/>
              </a:rPr>
              <a:t>個人データで</a:t>
            </a:r>
            <a:r>
              <a:rPr lang="ja-JP" sz="2500">
                <a:solidFill>
                  <a:srgbClr val="000000"/>
                </a:solidFill>
                <a:latin typeface="IPAexGothic"/>
                <a:ea typeface="IPAexGothic"/>
              </a:rPr>
              <a:t>学習した予測</a:t>
            </a:r>
            <a:r>
              <a:rPr lang="ja-JP" sz="2500" dirty="0">
                <a:solidFill>
                  <a:srgbClr val="000000"/>
                </a:solidFill>
                <a:latin typeface="IPAexGothic"/>
                <a:ea typeface="IPAexGothic"/>
              </a:rPr>
              <a:t>モデル</a:t>
            </a:r>
          </a:p>
        </p:txBody>
      </p:sp>
      <p:sp>
        <p:nvSpPr>
          <p:cNvPr id="137" name="TextBox 136"/>
          <p:cNvSpPr txBox="1"/>
          <p:nvPr/>
        </p:nvSpPr>
        <p:spPr>
          <a:xfrm>
            <a:off x="9834086" y="20030567"/>
            <a:ext cx="5303520" cy="731520"/>
          </a:xfrm>
          <a:prstGeom prst="rect">
            <a:avLst/>
          </a:prstGeom>
          <a:noFill/>
        </p:spPr>
        <p:txBody>
          <a:bodyPr wrap="none">
            <a:spAutoFit/>
          </a:bodyPr>
          <a:lstStyle/>
          <a:p>
            <a:pPr algn="ctr"/>
            <a:r>
              <a:rPr sz="3600" b="1" dirty="0" err="1">
                <a:solidFill>
                  <a:srgbClr val="000000"/>
                </a:solidFill>
              </a:rPr>
              <a:t>ルールベースパス</a:t>
            </a:r>
            <a:endParaRPr sz="3600" b="1" dirty="0">
              <a:solidFill>
                <a:srgbClr val="C07030"/>
              </a:solidFill>
            </a:endParaRPr>
          </a:p>
        </p:txBody>
      </p:sp>
      <p:sp>
        <p:nvSpPr>
          <p:cNvPr id="138" name="Rounded Rectangle 137"/>
          <p:cNvSpPr/>
          <p:nvPr/>
        </p:nvSpPr>
        <p:spPr>
          <a:xfrm>
            <a:off x="7682947" y="21173566"/>
            <a:ext cx="5852158" cy="2011680"/>
          </a:xfrm>
          <a:prstGeom prst="roundRect">
            <a:avLst/>
          </a:prstGeom>
          <a:solidFill>
            <a:srgbClr val="F0F0F0"/>
          </a:solidFill>
          <a:ln w="63500">
            <a:solidFill>
              <a:srgbClr val="C07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sz="3200" b="1" dirty="0">
                <a:solidFill>
                  <a:srgbClr val="000000"/>
                </a:solidFill>
                <a:latin typeface="IPAexGothic"/>
                <a:ea typeface="IPAexGothic"/>
              </a:rPr>
              <a:t>ルールベース推論</a:t>
            </a:r>
          </a:p>
          <a:p>
            <a:pPr algn="ctr"/>
            <a:r>
              <a:rPr lang="ja-JP" sz="2500" dirty="0">
                <a:solidFill>
                  <a:srgbClr val="000000"/>
                </a:solidFill>
                <a:latin typeface="IPAexGothic"/>
                <a:ea typeface="IPAexGothic"/>
              </a:rPr>
              <a:t>ドメイン知識に基づく重み付き加算</a:t>
            </a:r>
          </a:p>
          <a:p>
            <a:pPr algn="ctr"/>
            <a:r>
              <a:rPr lang="ja-JP" sz="2500" dirty="0">
                <a:solidFill>
                  <a:srgbClr val="000000"/>
                </a:solidFill>
                <a:latin typeface="IPAexGothic"/>
                <a:ea typeface="IPAexGothic"/>
              </a:rPr>
              <a:t>少量データでも安定した推論を実現</a:t>
            </a:r>
          </a:p>
        </p:txBody>
      </p:sp>
      <p:sp>
        <p:nvSpPr>
          <p:cNvPr id="144" name="Rounded Rectangle 143"/>
          <p:cNvSpPr/>
          <p:nvPr/>
        </p:nvSpPr>
        <p:spPr>
          <a:xfrm>
            <a:off x="4707898" y="26268905"/>
            <a:ext cx="5486400" cy="2011680"/>
          </a:xfrm>
          <a:prstGeom prst="roundRect">
            <a:avLst/>
          </a:prstGeom>
          <a:solidFill>
            <a:srgbClr val="F0F0F0"/>
          </a:solidFill>
          <a:ln w="63500">
            <a:solidFill>
              <a:srgbClr val="2E5F7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sz="3200" b="1" dirty="0">
                <a:solidFill>
                  <a:srgbClr val="000000"/>
                </a:solidFill>
                <a:latin typeface="IPAexGothic"/>
                <a:ea typeface="IPAexGothic"/>
              </a:rPr>
              <a:t>後悔リスク予測</a:t>
            </a:r>
          </a:p>
          <a:p>
            <a:pPr algn="ctr"/>
            <a:r>
              <a:rPr lang="ja-JP" sz="2500" dirty="0">
                <a:solidFill>
                  <a:srgbClr val="000000"/>
                </a:solidFill>
                <a:latin typeface="IPAexGothic"/>
                <a:ea typeface="IPAexGothic"/>
              </a:rPr>
              <a:t>0.0（低リスク）〜 1.0（高リスク）</a:t>
            </a:r>
          </a:p>
          <a:p>
            <a:pPr algn="ctr"/>
            <a:r>
              <a:rPr lang="ja-JP" sz="2500" dirty="0">
                <a:solidFill>
                  <a:srgbClr val="000000"/>
                </a:solidFill>
                <a:latin typeface="IPAexGothic"/>
                <a:ea typeface="IPAexGothic"/>
              </a:rPr>
              <a:t>リアルタイムで意思決定を支援</a:t>
            </a:r>
          </a:p>
        </p:txBody>
      </p:sp>
      <p:cxnSp>
        <p:nvCxnSpPr>
          <p:cNvPr id="145" name="Connector 144"/>
          <p:cNvCxnSpPr/>
          <p:nvPr/>
        </p:nvCxnSpPr>
        <p:spPr>
          <a:xfrm>
            <a:off x="7635239" y="18562320"/>
            <a:ext cx="0" cy="274320"/>
          </a:xfrm>
          <a:prstGeom prst="line">
            <a:avLst/>
          </a:prstGeom>
          <a:ln w="38100">
            <a:solidFill>
              <a:srgbClr val="2E5F7F"/>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a:cxnSpLocks/>
            <a:endCxn id="134" idx="0"/>
          </p:cNvCxnSpPr>
          <p:nvPr/>
        </p:nvCxnSpPr>
        <p:spPr>
          <a:xfrm flipH="1">
            <a:off x="4247672" y="20848320"/>
            <a:ext cx="2704043" cy="327659"/>
          </a:xfrm>
          <a:prstGeom prst="line">
            <a:avLst/>
          </a:prstGeom>
          <a:ln w="38100">
            <a:solidFill>
              <a:srgbClr val="2E5F7F"/>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a:cxnSpLocks/>
          </p:cNvCxnSpPr>
          <p:nvPr/>
        </p:nvCxnSpPr>
        <p:spPr>
          <a:xfrm>
            <a:off x="9006839" y="20848320"/>
            <a:ext cx="1600201" cy="274320"/>
          </a:xfrm>
          <a:prstGeom prst="line">
            <a:avLst/>
          </a:prstGeom>
          <a:ln w="38100">
            <a:solidFill>
              <a:srgbClr val="C0703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4208515" y="23193679"/>
            <a:ext cx="0" cy="274320"/>
          </a:xfrm>
          <a:prstGeom prst="line">
            <a:avLst/>
          </a:prstGeom>
          <a:ln w="38100">
            <a:solidFill>
              <a:srgbClr val="2E5F7F"/>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4208515" y="25479679"/>
            <a:ext cx="0" cy="228600"/>
          </a:xfrm>
          <a:prstGeom prst="line">
            <a:avLst/>
          </a:prstGeom>
          <a:ln w="38100">
            <a:solidFill>
              <a:srgbClr val="2E5F7F"/>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a:cxnSpLocks/>
          </p:cNvCxnSpPr>
          <p:nvPr/>
        </p:nvCxnSpPr>
        <p:spPr>
          <a:xfrm>
            <a:off x="4208515" y="25708279"/>
            <a:ext cx="3426724" cy="0"/>
          </a:xfrm>
          <a:prstGeom prst="line">
            <a:avLst/>
          </a:prstGeom>
          <a:ln w="38100">
            <a:solidFill>
              <a:srgbClr val="2E5F7F"/>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0469879" y="23193679"/>
            <a:ext cx="0" cy="2514600"/>
          </a:xfrm>
          <a:prstGeom prst="line">
            <a:avLst/>
          </a:prstGeom>
          <a:ln w="38100">
            <a:solidFill>
              <a:srgbClr val="C0703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H="1">
            <a:off x="7635239" y="25708279"/>
            <a:ext cx="2834640" cy="0"/>
          </a:xfrm>
          <a:prstGeom prst="line">
            <a:avLst/>
          </a:prstGeom>
          <a:ln w="38100">
            <a:solidFill>
              <a:srgbClr val="C07030"/>
            </a:solidFill>
          </a:ln>
        </p:spPr>
        <p:style>
          <a:lnRef idx="2">
            <a:schemeClr val="accent1"/>
          </a:lnRef>
          <a:fillRef idx="0">
            <a:schemeClr val="accent1"/>
          </a:fillRef>
          <a:effectRef idx="1">
            <a:schemeClr val="accent1"/>
          </a:effectRef>
          <a:fontRef idx="minor">
            <a:schemeClr val="tx1"/>
          </a:fontRef>
        </p:style>
      </p:cxnSp>
      <p:sp>
        <p:nvSpPr>
          <p:cNvPr id="12" name="下矢印 11">
            <a:extLst>
              <a:ext uri="{FF2B5EF4-FFF2-40B4-BE49-F238E27FC236}">
                <a16:creationId xmlns:a16="http://schemas.microsoft.com/office/drawing/2014/main" id="{ECF9A373-399D-718C-DB22-F42FA9CCA586}"/>
              </a:ext>
            </a:extLst>
          </p:cNvPr>
          <p:cNvSpPr/>
          <p:nvPr/>
        </p:nvSpPr>
        <p:spPr>
          <a:xfrm>
            <a:off x="7123175" y="25712791"/>
            <a:ext cx="655846" cy="526472"/>
          </a:xfrm>
          <a:prstGeom prst="downArrow">
            <a:avLst/>
          </a:prstGeom>
          <a:solidFill>
            <a:srgbClr val="2E5F7F"/>
          </a:solidFill>
          <a:ln>
            <a:solidFill>
              <a:srgbClr val="2E5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ysClr val="windowText" lastClr="000000"/>
                </a:solidFill>
              </a:ln>
            </a:endParaRPr>
          </a:p>
        </p:txBody>
      </p:sp>
      <p:sp>
        <p:nvSpPr>
          <p:cNvPr id="13" name="下矢印 12">
            <a:extLst>
              <a:ext uri="{FF2B5EF4-FFF2-40B4-BE49-F238E27FC236}">
                <a16:creationId xmlns:a16="http://schemas.microsoft.com/office/drawing/2014/main" id="{6B96EB91-D877-2998-F889-51A9BA353AC3}"/>
              </a:ext>
            </a:extLst>
          </p:cNvPr>
          <p:cNvSpPr/>
          <p:nvPr/>
        </p:nvSpPr>
        <p:spPr>
          <a:xfrm rot="16200000">
            <a:off x="7432132" y="10319089"/>
            <a:ext cx="655846" cy="526472"/>
          </a:xfrm>
          <a:prstGeom prst="down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ysClr val="windowText" lastClr="000000"/>
                </a:solidFill>
              </a:ln>
            </a:endParaRPr>
          </a:p>
        </p:txBody>
      </p:sp>
      <p:sp>
        <p:nvSpPr>
          <p:cNvPr id="14" name="下矢印 13">
            <a:extLst>
              <a:ext uri="{FF2B5EF4-FFF2-40B4-BE49-F238E27FC236}">
                <a16:creationId xmlns:a16="http://schemas.microsoft.com/office/drawing/2014/main" id="{69DDABBA-A952-BCD9-E534-DADD7C9AFB83}"/>
              </a:ext>
            </a:extLst>
          </p:cNvPr>
          <p:cNvSpPr/>
          <p:nvPr/>
        </p:nvSpPr>
        <p:spPr>
          <a:xfrm rot="16200000">
            <a:off x="14855404" y="10364181"/>
            <a:ext cx="655846" cy="526472"/>
          </a:xfrm>
          <a:prstGeom prst="down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ysClr val="windowText" lastClr="000000"/>
                </a:solidFill>
              </a:ln>
            </a:endParaRPr>
          </a:p>
        </p:txBody>
      </p:sp>
      <p:sp>
        <p:nvSpPr>
          <p:cNvPr id="15" name="下矢印 14">
            <a:extLst>
              <a:ext uri="{FF2B5EF4-FFF2-40B4-BE49-F238E27FC236}">
                <a16:creationId xmlns:a16="http://schemas.microsoft.com/office/drawing/2014/main" id="{5925C5CE-705A-42C7-F0DC-914D71E66B70}"/>
              </a:ext>
            </a:extLst>
          </p:cNvPr>
          <p:cNvSpPr/>
          <p:nvPr/>
        </p:nvSpPr>
        <p:spPr>
          <a:xfrm rot="16200000">
            <a:off x="22239211" y="10384828"/>
            <a:ext cx="655846" cy="526472"/>
          </a:xfrm>
          <a:prstGeom prst="down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ysClr val="windowText" lastClr="000000"/>
                </a:solidFill>
              </a:ln>
            </a:endParaRPr>
          </a:p>
        </p:txBody>
      </p:sp>
      <p:sp>
        <p:nvSpPr>
          <p:cNvPr id="154" name="Rounded Rectangle 153"/>
          <p:cNvSpPr/>
          <p:nvPr/>
        </p:nvSpPr>
        <p:spPr>
          <a:xfrm>
            <a:off x="731520" y="37127867"/>
            <a:ext cx="6400800" cy="1920240"/>
          </a:xfrm>
          <a:prstGeom prst="roundRect">
            <a:avLst/>
          </a:prstGeom>
          <a:solidFill>
            <a:srgbClr val="F0F0F0"/>
          </a:solidFill>
          <a:ln w="63500">
            <a:solidFill>
              <a:srgbClr val="2E5F7F"/>
            </a:solidFill>
          </a:ln>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r>
              <a:rPr sz="2800" b="1">
                <a:solidFill>
                  <a:srgbClr val="000000"/>
                </a:solidFill>
              </a:rPr>
              <a:t>決定要因（5次元）</a:t>
            </a:r>
          </a:p>
          <a:p>
            <a:pPr algn="l">
              <a:spcBef>
                <a:spcPts val="200"/>
              </a:spcBef>
            </a:pPr>
            <a:r>
              <a:rPr sz="2200">
                <a:solidFill>
                  <a:srgbClr val="000000"/>
                </a:solidFill>
              </a:rPr>
              <a:t>mood（気分）, stress（ストレス度）</a:t>
            </a:r>
          </a:p>
          <a:p>
            <a:pPr algn="l">
              <a:spcBef>
                <a:spcPts val="200"/>
              </a:spcBef>
            </a:pPr>
            <a:r>
              <a:rPr sz="2200">
                <a:solidFill>
                  <a:srgbClr val="000000"/>
                </a:solidFill>
              </a:rPr>
              <a:t>hunger（空腹度）, budget（予算意識）</a:t>
            </a:r>
          </a:p>
          <a:p>
            <a:pPr algn="l">
              <a:spcBef>
                <a:spcPts val="200"/>
              </a:spcBef>
            </a:pPr>
            <a:r>
              <a:rPr sz="2200">
                <a:solidFill>
                  <a:srgbClr val="000000"/>
                </a:solidFill>
              </a:rPr>
              <a:t>with_others（同行者有無）</a:t>
            </a:r>
          </a:p>
        </p:txBody>
      </p:sp>
      <p:sp>
        <p:nvSpPr>
          <p:cNvPr id="155" name="Rounded Rectangle 154"/>
          <p:cNvSpPr/>
          <p:nvPr/>
        </p:nvSpPr>
        <p:spPr>
          <a:xfrm>
            <a:off x="8046720" y="37127867"/>
            <a:ext cx="6400800" cy="1920240"/>
          </a:xfrm>
          <a:prstGeom prst="roundRect">
            <a:avLst/>
          </a:prstGeom>
          <a:solidFill>
            <a:srgbClr val="F0F0F0"/>
          </a:solidFill>
          <a:ln w="63500">
            <a:solidFill>
              <a:srgbClr val="2E5F7F"/>
            </a:solidFill>
          </a:ln>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r>
              <a:rPr sz="2800" b="1">
                <a:solidFill>
                  <a:srgbClr val="000000"/>
                </a:solidFill>
              </a:rPr>
              <a:t>コンテキスト（5次元）</a:t>
            </a:r>
          </a:p>
          <a:p>
            <a:pPr algn="l">
              <a:spcBef>
                <a:spcPts val="200"/>
              </a:spcBef>
            </a:pPr>
            <a:r>
              <a:rPr sz="2200">
                <a:solidFill>
                  <a:srgbClr val="000000"/>
                </a:solidFill>
              </a:rPr>
              <a:t>hour（時間帯）, day（曜日）</a:t>
            </a:r>
          </a:p>
          <a:p>
            <a:pPr algn="l">
              <a:spcBef>
                <a:spcPts val="200"/>
              </a:spcBef>
            </a:pPr>
            <a:r>
              <a:rPr sz="2200">
                <a:solidFill>
                  <a:srgbClr val="000000"/>
                </a:solidFill>
              </a:rPr>
              <a:t>weather（天気）, location（場所）</a:t>
            </a:r>
          </a:p>
          <a:p>
            <a:pPr algn="l">
              <a:spcBef>
                <a:spcPts val="200"/>
              </a:spcBef>
            </a:pPr>
            <a:r>
              <a:rPr sz="2200">
                <a:solidFill>
                  <a:srgbClr val="000000"/>
                </a:solidFill>
              </a:rPr>
              <a:t>category（食事カテゴリ）</a:t>
            </a:r>
          </a:p>
        </p:txBody>
      </p:sp>
      <p:sp>
        <p:nvSpPr>
          <p:cNvPr id="156" name="Rounded Rectangle 155"/>
          <p:cNvSpPr/>
          <p:nvPr/>
        </p:nvSpPr>
        <p:spPr>
          <a:xfrm>
            <a:off x="731520" y="39322427"/>
            <a:ext cx="6400800" cy="1920240"/>
          </a:xfrm>
          <a:prstGeom prst="roundRect">
            <a:avLst/>
          </a:prstGeom>
          <a:solidFill>
            <a:srgbClr val="F0F0F0"/>
          </a:solidFill>
          <a:ln w="63500">
            <a:solidFill>
              <a:srgbClr val="2E5F7F"/>
            </a:solidFill>
          </a:ln>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r>
              <a:rPr sz="2800" b="1">
                <a:solidFill>
                  <a:srgbClr val="000000"/>
                </a:solidFill>
              </a:rPr>
              <a:t>ユーザー特性（5次元）</a:t>
            </a:r>
          </a:p>
          <a:p>
            <a:pPr algn="l">
              <a:spcBef>
                <a:spcPts val="200"/>
              </a:spcBef>
            </a:pPr>
            <a:r>
              <a:rPr sz="2200">
                <a:solidFill>
                  <a:srgbClr val="000000"/>
                </a:solidFill>
              </a:rPr>
              <a:t>age（年齢層）, personality（性格傾向）</a:t>
            </a:r>
          </a:p>
          <a:p>
            <a:pPr algn="l">
              <a:spcBef>
                <a:spcPts val="200"/>
              </a:spcBef>
            </a:pPr>
            <a:r>
              <a:rPr sz="2200">
                <a:solidFill>
                  <a:srgbClr val="000000"/>
                </a:solidFill>
              </a:rPr>
              <a:t>risk_tolerance（リスク許容度）</a:t>
            </a:r>
          </a:p>
          <a:p>
            <a:pPr algn="l">
              <a:spcBef>
                <a:spcPts val="200"/>
              </a:spcBef>
            </a:pPr>
            <a:r>
              <a:rPr sz="2200">
                <a:solidFill>
                  <a:srgbClr val="000000"/>
                </a:solidFill>
              </a:rPr>
              <a:t>past_regret（過去後悔率）, price（価格帯）</a:t>
            </a:r>
          </a:p>
        </p:txBody>
      </p:sp>
      <p:sp>
        <p:nvSpPr>
          <p:cNvPr id="157" name="Rounded Rectangle 156"/>
          <p:cNvSpPr/>
          <p:nvPr/>
        </p:nvSpPr>
        <p:spPr>
          <a:xfrm>
            <a:off x="8015340" y="39322427"/>
            <a:ext cx="6400800" cy="1920240"/>
          </a:xfrm>
          <a:prstGeom prst="roundRect">
            <a:avLst/>
          </a:prstGeom>
          <a:solidFill>
            <a:srgbClr val="F0F0F0"/>
          </a:solidFill>
          <a:ln w="63500">
            <a:solidFill>
              <a:srgbClr val="2E5F7F"/>
            </a:solidFill>
          </a:ln>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r>
              <a:rPr sz="2800" b="1" dirty="0">
                <a:solidFill>
                  <a:srgbClr val="000000"/>
                </a:solidFill>
              </a:rPr>
              <a:t>時間特徴量（3次元）</a:t>
            </a:r>
          </a:p>
          <a:p>
            <a:pPr algn="l">
              <a:spcBef>
                <a:spcPts val="200"/>
              </a:spcBef>
            </a:pPr>
            <a:r>
              <a:rPr sz="2200" dirty="0" err="1">
                <a:solidFill>
                  <a:srgbClr val="000000"/>
                </a:solidFill>
              </a:rPr>
              <a:t>decision_time（意思決定にかかった時間</a:t>
            </a:r>
            <a:r>
              <a:rPr sz="2200" dirty="0">
                <a:solidFill>
                  <a:srgbClr val="000000"/>
                </a:solidFill>
              </a:rPr>
              <a:t>）</a:t>
            </a:r>
          </a:p>
          <a:p>
            <a:pPr algn="l">
              <a:spcBef>
                <a:spcPts val="200"/>
              </a:spcBef>
            </a:pPr>
            <a:r>
              <a:rPr sz="2200" dirty="0" err="1">
                <a:solidFill>
                  <a:srgbClr val="000000"/>
                </a:solidFill>
              </a:rPr>
              <a:t>time_pressure（時間的制約の度合い</a:t>
            </a:r>
            <a:r>
              <a:rPr sz="2200" dirty="0">
                <a:solidFill>
                  <a:srgbClr val="000000"/>
                </a:solidFill>
              </a:rPr>
              <a:t>）</a:t>
            </a:r>
          </a:p>
          <a:p>
            <a:pPr algn="l">
              <a:spcBef>
                <a:spcPts val="200"/>
              </a:spcBef>
            </a:pPr>
            <a:r>
              <a:rPr sz="2200" dirty="0" err="1">
                <a:solidFill>
                  <a:srgbClr val="000000"/>
                </a:solidFill>
              </a:rPr>
              <a:t>sleep_hours（前日の睡眠時間</a:t>
            </a:r>
            <a:r>
              <a:rPr sz="2200" dirty="0">
                <a:solidFill>
                  <a:srgbClr val="000000"/>
                </a:solidFill>
              </a:rPr>
              <a:t>）</a:t>
            </a:r>
          </a:p>
        </p:txBody>
      </p:sp>
      <p:pic>
        <p:nvPicPr>
          <p:cNvPr id="158" name="Picture 157" descr="experiment_results.png"/>
          <p:cNvPicPr>
            <a:picLocks noChangeAspect="1"/>
          </p:cNvPicPr>
          <p:nvPr/>
        </p:nvPicPr>
        <p:blipFill>
          <a:blip r:embed="rId3"/>
          <a:stretch>
            <a:fillRect/>
          </a:stretch>
        </p:blipFill>
        <p:spPr>
          <a:xfrm>
            <a:off x="15359042" y="20939760"/>
            <a:ext cx="14274301" cy="5943600"/>
          </a:xfrm>
          <a:prstGeom prst="rect">
            <a:avLst/>
          </a:prstGeom>
        </p:spPr>
      </p:pic>
      <p:graphicFrame>
        <p:nvGraphicFramePr>
          <p:cNvPr id="159" name="Table 158"/>
          <p:cNvGraphicFramePr>
            <a:graphicFrameLocks noGrp="1"/>
          </p:cNvGraphicFramePr>
          <p:nvPr/>
        </p:nvGraphicFramePr>
        <p:xfrm>
          <a:off x="15636240" y="27066240"/>
          <a:ext cx="13898880" cy="3017520"/>
        </p:xfrm>
        <a:graphic>
          <a:graphicData uri="http://schemas.openxmlformats.org/drawingml/2006/table">
            <a:tbl>
              <a:tblPr firstRow="1" bandRow="1">
                <a:tableStyleId>{5C22544A-7EE6-4342-B048-85BDC9FD1C3A}</a:tableStyleId>
              </a:tblPr>
              <a:tblGrid>
                <a:gridCol w="5029200"/>
                <a:gridCol w="2926080"/>
                <a:gridCol w="2926080"/>
                <a:gridCol w="3017520"/>
              </a:tblGrid>
              <a:tr h="502920">
                <a:tc>
                  <a:txBody>
                    <a:bodyPr/>
                    <a:lstStyle/>
                    <a:p>
                      <a:pPr algn="l"/>
                      <a:r>
                        <a:rPr sz="2800" b="1">
                          <a:solidFill>
                            <a:srgbClr val="FFFFFF"/>
                          </a:solidFill>
                          <a:latin typeface="IPAexGothic"/>
                        </a:rPr>
                        <a:t>手法</a:t>
                      </a:r>
                    </a:p>
                  </a:txBody>
                  <a:tcPr>
                    <a:solidFill>
                      <a:srgbClr val="44546A"/>
                    </a:solidFill>
                  </a:tcPr>
                </a:tc>
                <a:tc>
                  <a:txBody>
                    <a:bodyPr/>
                    <a:lstStyle/>
                    <a:p>
                      <a:pPr algn="ctr"/>
                      <a:r>
                        <a:rPr sz="2800" b="1">
                          <a:solidFill>
                            <a:srgbClr val="FFFFFF"/>
                          </a:solidFill>
                          <a:latin typeface="IPAexGothic"/>
                        </a:rPr>
                        <a:t>MAE</a:t>
                      </a:r>
                    </a:p>
                  </a:txBody>
                  <a:tcPr>
                    <a:solidFill>
                      <a:srgbClr val="44546A"/>
                    </a:solidFill>
                  </a:tcPr>
                </a:tc>
                <a:tc>
                  <a:txBody>
                    <a:bodyPr/>
                    <a:lstStyle/>
                    <a:p>
                      <a:pPr algn="ctr"/>
                      <a:r>
                        <a:rPr sz="2800" b="1">
                          <a:solidFill>
                            <a:srgbClr val="FFFFFF"/>
                          </a:solidFill>
                          <a:latin typeface="IPAexGothic"/>
                        </a:rPr>
                        <a:t>精度</a:t>
                      </a:r>
                    </a:p>
                  </a:txBody>
                  <a:tcPr>
                    <a:solidFill>
                      <a:srgbClr val="44546A"/>
                    </a:solidFill>
                  </a:tcPr>
                </a:tc>
                <a:tc>
                  <a:txBody>
                    <a:bodyPr/>
                    <a:lstStyle/>
                    <a:p>
                      <a:pPr algn="ctr"/>
                      <a:r>
                        <a:rPr sz="2800" b="1">
                          <a:solidFill>
                            <a:srgbClr val="FFFFFF"/>
                          </a:solidFill>
                          <a:latin typeface="IPAexGothic"/>
                        </a:rPr>
                        <a:t>AUC-ROC</a:t>
                      </a:r>
                    </a:p>
                  </a:txBody>
                  <a:tcPr>
                    <a:solidFill>
                      <a:srgbClr val="44546A"/>
                    </a:solidFill>
                  </a:tcPr>
                </a:tc>
              </a:tr>
              <a:tr h="502920">
                <a:tc>
                  <a:txBody>
                    <a:bodyPr/>
                    <a:lstStyle/>
                    <a:p>
                      <a:pPr algn="l"/>
                      <a:r>
                        <a:rPr sz="2800" b="1">
                          <a:solidFill>
                            <a:srgbClr val="000000"/>
                          </a:solidFill>
                          <a:latin typeface="IPAexGothic"/>
                        </a:rPr>
                        <a:t>提案手法 (RF+SHAP)</a:t>
                      </a:r>
                    </a:p>
                  </a:txBody>
                  <a:tcPr>
                    <a:solidFill>
                      <a:srgbClr val="fbe8d5"/>
                    </a:solidFill>
                  </a:tcPr>
                </a:tc>
                <a:tc>
                  <a:txBody>
                    <a:bodyPr/>
                    <a:lstStyle/>
                    <a:p>
                      <a:pPr algn="ctr"/>
                      <a:r>
                        <a:rPr sz="2800" b="1">
                          <a:solidFill>
                            <a:srgbClr val="000000"/>
                          </a:solidFill>
                          <a:latin typeface="IPAexGothic"/>
                        </a:rPr>
                        <a:t>0.142</a:t>
                      </a:r>
                    </a:p>
                  </a:txBody>
                  <a:tcPr>
                    <a:solidFill>
                      <a:srgbClr val="fbe8d5"/>
                    </a:solidFill>
                  </a:tcPr>
                </a:tc>
                <a:tc>
                  <a:txBody>
                    <a:bodyPr/>
                    <a:lstStyle/>
                    <a:p>
                      <a:pPr algn="ctr"/>
                      <a:r>
                        <a:rPr sz="2800" b="1">
                          <a:solidFill>
                            <a:srgbClr val="000000"/>
                          </a:solidFill>
                          <a:latin typeface="IPAexGothic"/>
                        </a:rPr>
                        <a:t>78.5%</a:t>
                      </a:r>
                    </a:p>
                  </a:txBody>
                  <a:tcPr>
                    <a:solidFill>
                      <a:srgbClr val="fbe8d5"/>
                    </a:solidFill>
                  </a:tcPr>
                </a:tc>
                <a:tc>
                  <a:txBody>
                    <a:bodyPr/>
                    <a:lstStyle/>
                    <a:p>
                      <a:pPr algn="ctr"/>
                      <a:r>
                        <a:rPr sz="2800" b="1">
                          <a:solidFill>
                            <a:srgbClr val="000000"/>
                          </a:solidFill>
                          <a:latin typeface="IPAexGothic"/>
                        </a:rPr>
                        <a:t>0.834</a:t>
                      </a:r>
                    </a:p>
                  </a:txBody>
                  <a:tcPr>
                    <a:solidFill>
                      <a:srgbClr val="fbe8d5"/>
                    </a:solidFill>
                  </a:tcPr>
                </a:tc>
              </a:tr>
              <a:tr h="502920">
                <a:tc>
                  <a:txBody>
                    <a:bodyPr/>
                    <a:lstStyle/>
                    <a:p>
                      <a:pPr algn="l"/>
                      <a:r>
                        <a:rPr sz="2800">
                          <a:solidFill>
                            <a:srgbClr val="333333"/>
                          </a:solidFill>
                          <a:latin typeface="IPAexGothic"/>
                        </a:rPr>
                        <a:t>Random Forest</a:t>
                      </a:r>
                    </a:p>
                  </a:txBody>
                  <a:tcPr>
                    <a:solidFill>
                      <a:srgbClr val="ffffff"/>
                    </a:solidFill>
                  </a:tcPr>
                </a:tc>
                <a:tc>
                  <a:txBody>
                    <a:bodyPr/>
                    <a:lstStyle/>
                    <a:p>
                      <a:pPr algn="ctr"/>
                      <a:r>
                        <a:rPr sz="2800">
                          <a:solidFill>
                            <a:srgbClr val="333333"/>
                          </a:solidFill>
                          <a:latin typeface="IPAexGothic"/>
                        </a:rPr>
                        <a:t>0.187</a:t>
                      </a:r>
                    </a:p>
                  </a:txBody>
                  <a:tcPr>
                    <a:solidFill>
                      <a:srgbClr val="ffffff"/>
                    </a:solidFill>
                  </a:tcPr>
                </a:tc>
                <a:tc>
                  <a:txBody>
                    <a:bodyPr/>
                    <a:lstStyle/>
                    <a:p>
                      <a:pPr algn="ctr"/>
                      <a:r>
                        <a:rPr sz="2800">
                          <a:solidFill>
                            <a:srgbClr val="333333"/>
                          </a:solidFill>
                          <a:latin typeface="IPAexGothic"/>
                        </a:rPr>
                        <a:t>71.2%</a:t>
                      </a:r>
                    </a:p>
                  </a:txBody>
                  <a:tcPr>
                    <a:solidFill>
                      <a:srgbClr val="ffffff"/>
                    </a:solidFill>
                  </a:tcPr>
                </a:tc>
                <a:tc>
                  <a:txBody>
                    <a:bodyPr/>
                    <a:lstStyle/>
                    <a:p>
                      <a:pPr algn="ctr"/>
                      <a:r>
                        <a:rPr sz="2800">
                          <a:solidFill>
                            <a:srgbClr val="333333"/>
                          </a:solidFill>
                          <a:latin typeface="IPAexGothic"/>
                        </a:rPr>
                        <a:t>0.793</a:t>
                      </a:r>
                    </a:p>
                  </a:txBody>
                  <a:tcPr>
                    <a:solidFill>
                      <a:srgbClr val="ffffff"/>
                    </a:solidFill>
                  </a:tcPr>
                </a:tc>
              </a:tr>
              <a:tr h="502920">
                <a:tc>
                  <a:txBody>
                    <a:bodyPr/>
                    <a:lstStyle/>
                    <a:p>
                      <a:pPr algn="l"/>
                      <a:r>
                        <a:rPr sz="2800">
                          <a:solidFill>
                            <a:srgbClr val="333333"/>
                          </a:solidFill>
                          <a:latin typeface="IPAexGothic"/>
                        </a:rPr>
                        <a:t>LSTM</a:t>
                      </a:r>
                    </a:p>
                  </a:txBody>
                  <a:tcPr>
                    <a:solidFill>
                      <a:srgbClr val="ffffff"/>
                    </a:solidFill>
                  </a:tcPr>
                </a:tc>
                <a:tc>
                  <a:txBody>
                    <a:bodyPr/>
                    <a:lstStyle/>
                    <a:p>
                      <a:pPr algn="ctr"/>
                      <a:r>
                        <a:rPr sz="2800">
                          <a:solidFill>
                            <a:srgbClr val="333333"/>
                          </a:solidFill>
                          <a:latin typeface="IPAexGothic"/>
                        </a:rPr>
                        <a:t>0.198</a:t>
                      </a:r>
                    </a:p>
                  </a:txBody>
                  <a:tcPr>
                    <a:solidFill>
                      <a:srgbClr val="ffffff"/>
                    </a:solidFill>
                  </a:tcPr>
                </a:tc>
                <a:tc>
                  <a:txBody>
                    <a:bodyPr/>
                    <a:lstStyle/>
                    <a:p>
                      <a:pPr algn="ctr"/>
                      <a:r>
                        <a:rPr sz="2800">
                          <a:solidFill>
                            <a:srgbClr val="333333"/>
                          </a:solidFill>
                          <a:latin typeface="IPAexGothic"/>
                        </a:rPr>
                        <a:t>68.1%</a:t>
                      </a:r>
                    </a:p>
                  </a:txBody>
                  <a:tcPr>
                    <a:solidFill>
                      <a:srgbClr val="ffffff"/>
                    </a:solidFill>
                  </a:tcPr>
                </a:tc>
                <a:tc>
                  <a:txBody>
                    <a:bodyPr/>
                    <a:lstStyle/>
                    <a:p>
                      <a:pPr algn="ctr"/>
                      <a:r>
                        <a:rPr sz="2800">
                          <a:solidFill>
                            <a:srgbClr val="333333"/>
                          </a:solidFill>
                          <a:latin typeface="IPAexGothic"/>
                        </a:rPr>
                        <a:t>0.769</a:t>
                      </a:r>
                    </a:p>
                  </a:txBody>
                  <a:tcPr>
                    <a:solidFill>
                      <a:srgbClr val="ffffff"/>
                    </a:solidFill>
                  </a:tcPr>
                </a:tc>
              </a:tr>
              <a:tr h="502920">
                <a:tc>
                  <a:txBody>
                    <a:bodyPr/>
                    <a:lstStyle/>
                    <a:p>
                      <a:pPr algn="l"/>
                      <a:r>
                        <a:rPr sz="2800">
                          <a:solidFill>
                            <a:srgbClr val="333333"/>
                          </a:solidFill>
                          <a:latin typeface="IPAexGothic"/>
                        </a:rPr>
                        <a:t>RNN</a:t>
                      </a:r>
                    </a:p>
                  </a:txBody>
                  <a:tcPr>
                    <a:solidFill>
                      <a:srgbClr val="ffffff"/>
                    </a:solidFill>
                  </a:tcPr>
                </a:tc>
                <a:tc>
                  <a:txBody>
                    <a:bodyPr/>
                    <a:lstStyle/>
                    <a:p>
                      <a:pPr algn="ctr"/>
                      <a:r>
                        <a:rPr sz="2800">
                          <a:solidFill>
                            <a:srgbClr val="333333"/>
                          </a:solidFill>
                          <a:latin typeface="IPAexGothic"/>
                        </a:rPr>
                        <a:t>0.213</a:t>
                      </a:r>
                    </a:p>
                  </a:txBody>
                  <a:tcPr>
                    <a:solidFill>
                      <a:srgbClr val="ffffff"/>
                    </a:solidFill>
                  </a:tcPr>
                </a:tc>
                <a:tc>
                  <a:txBody>
                    <a:bodyPr/>
                    <a:lstStyle/>
                    <a:p>
                      <a:pPr algn="ctr"/>
                      <a:r>
                        <a:rPr sz="2800">
                          <a:solidFill>
                            <a:srgbClr val="333333"/>
                          </a:solidFill>
                          <a:latin typeface="IPAexGothic"/>
                        </a:rPr>
                        <a:t>63.4%</a:t>
                      </a:r>
                    </a:p>
                  </a:txBody>
                  <a:tcPr>
                    <a:solidFill>
                      <a:srgbClr val="ffffff"/>
                    </a:solidFill>
                  </a:tcPr>
                </a:tc>
                <a:tc>
                  <a:txBody>
                    <a:bodyPr/>
                    <a:lstStyle/>
                    <a:p>
                      <a:pPr algn="ctr"/>
                      <a:r>
                        <a:rPr sz="2800">
                          <a:solidFill>
                            <a:srgbClr val="333333"/>
                          </a:solidFill>
                          <a:latin typeface="IPAexGothic"/>
                        </a:rPr>
                        <a:t>0.742</a:t>
                      </a:r>
                    </a:p>
                  </a:txBody>
                  <a:tcPr>
                    <a:solidFill>
                      <a:srgbClr val="ffffff"/>
                    </a:solidFill>
                  </a:tcPr>
                </a:tc>
              </a:tr>
              <a:tr h="502920">
                <a:tc>
                  <a:txBody>
                    <a:bodyPr/>
                    <a:lstStyle/>
                    <a:p>
                      <a:pPr algn="l"/>
                      <a:r>
                        <a:rPr sz="2800">
                          <a:solidFill>
                            <a:srgbClr val="333333"/>
                          </a:solidFill>
                          <a:latin typeface="IPAexGothic"/>
                        </a:rPr>
                        <a:t>ルールベース</a:t>
                      </a:r>
                    </a:p>
                  </a:txBody>
                  <a:tcPr>
                    <a:solidFill>
                      <a:srgbClr val="ffffff"/>
                    </a:solidFill>
                  </a:tcPr>
                </a:tc>
                <a:tc>
                  <a:txBody>
                    <a:bodyPr/>
                    <a:lstStyle/>
                    <a:p>
                      <a:pPr algn="ctr"/>
                      <a:r>
                        <a:rPr sz="2800">
                          <a:solidFill>
                            <a:srgbClr val="333333"/>
                          </a:solidFill>
                          <a:latin typeface="IPAexGothic"/>
                        </a:rPr>
                        <a:t>0.231</a:t>
                      </a:r>
                    </a:p>
                  </a:txBody>
                  <a:tcPr>
                    <a:solidFill>
                      <a:srgbClr val="ffffff"/>
                    </a:solidFill>
                  </a:tcPr>
                </a:tc>
                <a:tc>
                  <a:txBody>
                    <a:bodyPr/>
                    <a:lstStyle/>
                    <a:p>
                      <a:pPr algn="ctr"/>
                      <a:r>
                        <a:rPr sz="2800">
                          <a:solidFill>
                            <a:srgbClr val="333333"/>
                          </a:solidFill>
                          <a:latin typeface="IPAexGothic"/>
                        </a:rPr>
                        <a:t>56.9%</a:t>
                      </a:r>
                    </a:p>
                  </a:txBody>
                  <a:tcPr>
                    <a:solidFill>
                      <a:srgbClr val="ffffff"/>
                    </a:solidFill>
                  </a:tcPr>
                </a:tc>
                <a:tc>
                  <a:txBody>
                    <a:bodyPr/>
                    <a:lstStyle/>
                    <a:p>
                      <a:pPr algn="ctr"/>
                      <a:r>
                        <a:rPr sz="2800">
                          <a:solidFill>
                            <a:srgbClr val="333333"/>
                          </a:solidFill>
                          <a:latin typeface="IPAexGothic"/>
                        </a:rPr>
                        <a:t>0.714</a:t>
                      </a:r>
                    </a:p>
                  </a:txBody>
                  <a:tcPr>
                    <a:solidFill>
                      <a:srgbClr val="ffffff"/>
                    </a:solidFill>
                  </a:tcPr>
                </a:tc>
              </a:tr>
            </a:tbl>
          </a:graphicData>
        </a:graphic>
      </p:graphicFrame>
    </p:spTree>
    <p:extLst>
      <p:ext uri="{BB962C8B-B14F-4D97-AF65-F5344CB8AC3E}">
        <p14:creationId xmlns:p14="http://schemas.microsoft.com/office/powerpoint/2010/main" val="182106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テーマ 2013 - 2022">
  <a:themeElements>
    <a:clrScheme name="Office テーマ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13176</TotalTime>
  <Words>961</Words>
  <Application>Microsoft Macintosh PowerPoint</Application>
  <PresentationFormat>ユーザー設定</PresentationFormat>
  <Paragraphs>101</Paragraphs>
  <Slides>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vt:i4>
      </vt:variant>
    </vt:vector>
  </HeadingPairs>
  <TitlesOfParts>
    <vt:vector size="6" baseType="lpstr">
      <vt:lpstr>IPAexGothic</vt:lpstr>
      <vt:lpstr>Arial</vt:lpstr>
      <vt:lpstr>Calibri</vt:lpstr>
      <vt:lpstr>Noto Sans</vt:lpstr>
      <vt:lpstr>Office テーマ 2013 - 2022</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映之右 乾</cp:lastModifiedBy>
  <cp:revision>19</cp:revision>
  <cp:lastPrinted>2025-02-28T10:00:00Z</cp:lastPrinted>
  <dcterms:modified xsi:type="dcterms:W3CDTF">2026-02-18T10:59:48Z</dcterms:modified>
</cp:coreProperties>
</file>